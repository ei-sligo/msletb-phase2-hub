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82"/>
  </p:notesMasterIdLst>
  <p:handoutMasterIdLst>
    <p:handoutMasterId r:id="rId83"/>
  </p:handoutMasterIdLst>
  <p:sldIdLst>
    <p:sldId id="25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10" r:id="rId18"/>
    <p:sldId id="309" r:id="rId19"/>
    <p:sldId id="311" r:id="rId20"/>
    <p:sldId id="312" r:id="rId21"/>
    <p:sldId id="313" r:id="rId22"/>
    <p:sldId id="314" r:id="rId23"/>
    <p:sldId id="315" r:id="rId24"/>
    <p:sldId id="316" r:id="rId25"/>
    <p:sldId id="317" r:id="rId26"/>
    <p:sldId id="319" r:id="rId27"/>
    <p:sldId id="318" r:id="rId28"/>
    <p:sldId id="320" r:id="rId29"/>
    <p:sldId id="321" r:id="rId30"/>
    <p:sldId id="322" r:id="rId31"/>
    <p:sldId id="323" r:id="rId32"/>
    <p:sldId id="324" r:id="rId33"/>
    <p:sldId id="325" r:id="rId34"/>
    <p:sldId id="326" r:id="rId35"/>
    <p:sldId id="327" r:id="rId36"/>
    <p:sldId id="328" r:id="rId37"/>
    <p:sldId id="329" r:id="rId38"/>
    <p:sldId id="330" r:id="rId39"/>
    <p:sldId id="331" r:id="rId40"/>
    <p:sldId id="332" r:id="rId41"/>
    <p:sldId id="333" r:id="rId42"/>
    <p:sldId id="334" r:id="rId43"/>
    <p:sldId id="335" r:id="rId44"/>
    <p:sldId id="336" r:id="rId45"/>
    <p:sldId id="337" r:id="rId46"/>
    <p:sldId id="338" r:id="rId47"/>
    <p:sldId id="339" r:id="rId48"/>
    <p:sldId id="340" r:id="rId49"/>
    <p:sldId id="341" r:id="rId50"/>
    <p:sldId id="342" r:id="rId51"/>
    <p:sldId id="343" r:id="rId52"/>
    <p:sldId id="344" r:id="rId53"/>
    <p:sldId id="345" r:id="rId54"/>
    <p:sldId id="346" r:id="rId55"/>
    <p:sldId id="347" r:id="rId56"/>
    <p:sldId id="348" r:id="rId57"/>
    <p:sldId id="372" r:id="rId58"/>
    <p:sldId id="349" r:id="rId59"/>
    <p:sldId id="350" r:id="rId60"/>
    <p:sldId id="351" r:id="rId61"/>
    <p:sldId id="352" r:id="rId62"/>
    <p:sldId id="353" r:id="rId63"/>
    <p:sldId id="354" r:id="rId64"/>
    <p:sldId id="371" r:id="rId65"/>
    <p:sldId id="355" r:id="rId66"/>
    <p:sldId id="356" r:id="rId67"/>
    <p:sldId id="357" r:id="rId68"/>
    <p:sldId id="358" r:id="rId69"/>
    <p:sldId id="359" r:id="rId70"/>
    <p:sldId id="360" r:id="rId71"/>
    <p:sldId id="361" r:id="rId72"/>
    <p:sldId id="362" r:id="rId73"/>
    <p:sldId id="363" r:id="rId74"/>
    <p:sldId id="364" r:id="rId75"/>
    <p:sldId id="365" r:id="rId76"/>
    <p:sldId id="366" r:id="rId77"/>
    <p:sldId id="367" r:id="rId78"/>
    <p:sldId id="368" r:id="rId79"/>
    <p:sldId id="369" r:id="rId80"/>
    <p:sldId id="370" r:id="rId8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155171-FF4C-6643-24D8-92DC02B467D1}" v="58" dt="2025-07-22T07:44:21.025"/>
    <p1510:client id="{F7DA4768-8A67-0224-BD1D-525252548E32}" v="974" dt="2025-07-21T13:10:59.392"/>
  </p1510:revLst>
</p1510:revInfo>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5388" autoAdjust="0"/>
  </p:normalViewPr>
  <p:slideViewPr>
    <p:cSldViewPr snapToGrid="0" showGuides="1">
      <p:cViewPr varScale="1">
        <p:scale>
          <a:sx n="104" d="100"/>
          <a:sy n="104" d="100"/>
        </p:scale>
        <p:origin x="84" y="552"/>
      </p:cViewPr>
      <p:guideLst/>
    </p:cSldViewPr>
  </p:slideViewPr>
  <p:outlineViewPr>
    <p:cViewPr>
      <p:scale>
        <a:sx n="33" d="100"/>
        <a:sy n="33" d="100"/>
      </p:scale>
      <p:origin x="0" y="-498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microsoft.com/office/2018/10/relationships/authors" Target="author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handoutMaster" Target="handoutMasters/handoutMaster1.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notesMaster" Target="notesMasters/notesMaster1.xml"/><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clan McMorrow" userId="S::declanmcmorrow@msletb.ie::f54a03fa-fb99-494e-8ddb-19cf65bddfea" providerId="AD" clId="Web-{DE155171-FF4C-6643-24D8-92DC02B467D1}"/>
    <pc:docChg chg="addSld modSld">
      <pc:chgData name="Declan McMorrow" userId="S::declanmcmorrow@msletb.ie::f54a03fa-fb99-494e-8ddb-19cf65bddfea" providerId="AD" clId="Web-{DE155171-FF4C-6643-24D8-92DC02B467D1}" dt="2025-07-22T07:44:21.025" v="39" actId="20577"/>
      <pc:docMkLst>
        <pc:docMk/>
      </pc:docMkLst>
      <pc:sldChg chg="addSp delSp modSp">
        <pc:chgData name="Declan McMorrow" userId="S::declanmcmorrow@msletb.ie::f54a03fa-fb99-494e-8ddb-19cf65bddfea" providerId="AD" clId="Web-{DE155171-FF4C-6643-24D8-92DC02B467D1}" dt="2025-07-22T07:36:11.430" v="29"/>
        <pc:sldMkLst>
          <pc:docMk/>
          <pc:sldMk cId="1707988267" sldId="347"/>
        </pc:sldMkLst>
        <pc:spChg chg="add del mod">
          <ac:chgData name="Declan McMorrow" userId="S::declanmcmorrow@msletb.ie::f54a03fa-fb99-494e-8ddb-19cf65bddfea" providerId="AD" clId="Web-{DE155171-FF4C-6643-24D8-92DC02B467D1}" dt="2025-07-22T07:35:47.960" v="11"/>
          <ac:spMkLst>
            <pc:docMk/>
            <pc:sldMk cId="1707988267" sldId="347"/>
            <ac:spMk id="4" creationId="{C7FD318F-7779-7CDD-7BBA-E80260FCBBF9}"/>
          </ac:spMkLst>
        </pc:spChg>
        <pc:graphicFrameChg chg="del mod modGraphic">
          <ac:chgData name="Declan McMorrow" userId="S::declanmcmorrow@msletb.ie::f54a03fa-fb99-494e-8ddb-19cf65bddfea" providerId="AD" clId="Web-{DE155171-FF4C-6643-24D8-92DC02B467D1}" dt="2025-07-22T07:35:44.835" v="10"/>
          <ac:graphicFrameMkLst>
            <pc:docMk/>
            <pc:sldMk cId="1707988267" sldId="347"/>
            <ac:graphicFrameMk id="5" creationId="{514D024F-DC8D-5A65-C6B0-4D26AB59CE15}"/>
          </ac:graphicFrameMkLst>
        </pc:graphicFrameChg>
        <pc:picChg chg="add mod">
          <ac:chgData name="Declan McMorrow" userId="S::declanmcmorrow@msletb.ie::f54a03fa-fb99-494e-8ddb-19cf65bddfea" providerId="AD" clId="Web-{DE155171-FF4C-6643-24D8-92DC02B467D1}" dt="2025-07-22T07:36:11.430" v="29"/>
          <ac:picMkLst>
            <pc:docMk/>
            <pc:sldMk cId="1707988267" sldId="347"/>
            <ac:picMk id="6" creationId="{C79F547B-435F-312C-99CB-1242CF6AF633}"/>
          </ac:picMkLst>
        </pc:picChg>
        <pc:picChg chg="del">
          <ac:chgData name="Declan McMorrow" userId="S::declanmcmorrow@msletb.ie::f54a03fa-fb99-494e-8ddb-19cf65bddfea" providerId="AD" clId="Web-{DE155171-FF4C-6643-24D8-92DC02B467D1}" dt="2025-07-22T07:35:50.804" v="17"/>
          <ac:picMkLst>
            <pc:docMk/>
            <pc:sldMk cId="1707988267" sldId="347"/>
            <ac:picMk id="8" creationId="{35CB6458-F413-6DDC-F064-132309A9DECB}"/>
          </ac:picMkLst>
        </pc:picChg>
        <pc:picChg chg="del mod">
          <ac:chgData name="Declan McMorrow" userId="S::declanmcmorrow@msletb.ie::f54a03fa-fb99-494e-8ddb-19cf65bddfea" providerId="AD" clId="Web-{DE155171-FF4C-6643-24D8-92DC02B467D1}" dt="2025-07-22T07:35:50.554" v="16"/>
          <ac:picMkLst>
            <pc:docMk/>
            <pc:sldMk cId="1707988267" sldId="347"/>
            <ac:picMk id="9" creationId="{FC6A2EA4-3AB5-8C18-08F2-D443782B5231}"/>
          </ac:picMkLst>
        </pc:picChg>
        <pc:picChg chg="del mod">
          <ac:chgData name="Declan McMorrow" userId="S::declanmcmorrow@msletb.ie::f54a03fa-fb99-494e-8ddb-19cf65bddfea" providerId="AD" clId="Web-{DE155171-FF4C-6643-24D8-92DC02B467D1}" dt="2025-07-22T07:35:50.132" v="15"/>
          <ac:picMkLst>
            <pc:docMk/>
            <pc:sldMk cId="1707988267" sldId="347"/>
            <ac:picMk id="10" creationId="{0D61FA57-DD73-1E4E-F1B2-368DEC154F6F}"/>
          </ac:picMkLst>
        </pc:picChg>
        <pc:picChg chg="del mod">
          <ac:chgData name="Declan McMorrow" userId="S::declanmcmorrow@msletb.ie::f54a03fa-fb99-494e-8ddb-19cf65bddfea" providerId="AD" clId="Web-{DE155171-FF4C-6643-24D8-92DC02B467D1}" dt="2025-07-22T07:35:48.538" v="12"/>
          <ac:picMkLst>
            <pc:docMk/>
            <pc:sldMk cId="1707988267" sldId="347"/>
            <ac:picMk id="11" creationId="{72431BB0-C8E7-FFF2-4178-1F7D8D671CE8}"/>
          </ac:picMkLst>
        </pc:picChg>
        <pc:picChg chg="del mod">
          <ac:chgData name="Declan McMorrow" userId="S::declanmcmorrow@msletb.ie::f54a03fa-fb99-494e-8ddb-19cf65bddfea" providerId="AD" clId="Web-{DE155171-FF4C-6643-24D8-92DC02B467D1}" dt="2025-07-22T07:35:49.210" v="13"/>
          <ac:picMkLst>
            <pc:docMk/>
            <pc:sldMk cId="1707988267" sldId="347"/>
            <ac:picMk id="12" creationId="{18DACD14-3AF3-A41B-CC59-2EE2D7C31E7F}"/>
          </ac:picMkLst>
        </pc:picChg>
        <pc:picChg chg="del mod">
          <ac:chgData name="Declan McMorrow" userId="S::declanmcmorrow@msletb.ie::f54a03fa-fb99-494e-8ddb-19cf65bddfea" providerId="AD" clId="Web-{DE155171-FF4C-6643-24D8-92DC02B467D1}" dt="2025-07-22T07:35:49.601" v="14"/>
          <ac:picMkLst>
            <pc:docMk/>
            <pc:sldMk cId="1707988267" sldId="347"/>
            <ac:picMk id="13" creationId="{6F0928E1-AD42-A1E4-0635-B6512B60BED8}"/>
          </ac:picMkLst>
        </pc:picChg>
      </pc:sldChg>
      <pc:sldChg chg="modSp new">
        <pc:chgData name="Declan McMorrow" userId="S::declanmcmorrow@msletb.ie::f54a03fa-fb99-494e-8ddb-19cf65bddfea" providerId="AD" clId="Web-{DE155171-FF4C-6643-24D8-92DC02B467D1}" dt="2025-07-22T07:37:53.261" v="35" actId="20577"/>
        <pc:sldMkLst>
          <pc:docMk/>
          <pc:sldMk cId="2470162402" sldId="371"/>
        </pc:sldMkLst>
        <pc:spChg chg="mod">
          <ac:chgData name="Declan McMorrow" userId="S::declanmcmorrow@msletb.ie::f54a03fa-fb99-494e-8ddb-19cf65bddfea" providerId="AD" clId="Web-{DE155171-FF4C-6643-24D8-92DC02B467D1}" dt="2025-07-22T07:37:53.261" v="35" actId="20577"/>
          <ac:spMkLst>
            <pc:docMk/>
            <pc:sldMk cId="2470162402" sldId="371"/>
            <ac:spMk id="2" creationId="{F9A6C36A-E32C-59AC-F13A-56E6B91CC553}"/>
          </ac:spMkLst>
        </pc:spChg>
      </pc:sldChg>
      <pc:sldChg chg="modSp new">
        <pc:chgData name="Declan McMorrow" userId="S::declanmcmorrow@msletb.ie::f54a03fa-fb99-494e-8ddb-19cf65bddfea" providerId="AD" clId="Web-{DE155171-FF4C-6643-24D8-92DC02B467D1}" dt="2025-07-22T07:44:21.025" v="39" actId="20577"/>
        <pc:sldMkLst>
          <pc:docMk/>
          <pc:sldMk cId="2669976733" sldId="372"/>
        </pc:sldMkLst>
        <pc:spChg chg="mod">
          <ac:chgData name="Declan McMorrow" userId="S::declanmcmorrow@msletb.ie::f54a03fa-fb99-494e-8ddb-19cf65bddfea" providerId="AD" clId="Web-{DE155171-FF4C-6643-24D8-92DC02B467D1}" dt="2025-07-22T07:44:21.025" v="39" actId="20577"/>
          <ac:spMkLst>
            <pc:docMk/>
            <pc:sldMk cId="2669976733" sldId="372"/>
            <ac:spMk id="2" creationId="{232DE835-15B0-403A-9E52-EF2D05209945}"/>
          </ac:spMkLst>
        </pc:spChg>
      </pc:sldChg>
    </pc:docChg>
  </pc:docChgLst>
  <pc:docChgLst>
    <pc:chgData clId="Web-{F7DA4768-8A67-0224-BD1D-525252548E32}"/>
    <pc:docChg chg="modSld">
      <pc:chgData name="" userId="" providerId="" clId="Web-{F7DA4768-8A67-0224-BD1D-525252548E32}" dt="2025-07-21T10:29:23.678" v="0"/>
      <pc:docMkLst>
        <pc:docMk/>
      </pc:docMkLst>
      <pc:sldChg chg="addSp delSp modSp">
        <pc:chgData name="" userId="" providerId="" clId="Web-{F7DA4768-8A67-0224-BD1D-525252548E32}" dt="2025-07-21T10:29:23.678" v="0"/>
        <pc:sldMkLst>
          <pc:docMk/>
          <pc:sldMk cId="1039759085" sldId="256"/>
        </pc:sldMkLst>
        <pc:spChg chg="add mod">
          <ac:chgData name="" userId="" providerId="" clId="Web-{F7DA4768-8A67-0224-BD1D-525252548E32}" dt="2025-07-21T10:29:23.678" v="0"/>
          <ac:spMkLst>
            <pc:docMk/>
            <pc:sldMk cId="1039759085" sldId="256"/>
            <ac:spMk id="3" creationId="{BF13678D-2131-54C2-7B41-C92CED9BBB10}"/>
          </ac:spMkLst>
        </pc:spChg>
        <pc:picChg chg="del">
          <ac:chgData name="" userId="" providerId="" clId="Web-{F7DA4768-8A67-0224-BD1D-525252548E32}" dt="2025-07-21T10:29:23.678" v="0"/>
          <ac:picMkLst>
            <pc:docMk/>
            <pc:sldMk cId="1039759085" sldId="256"/>
            <ac:picMk id="10" creationId="{CC4B82FA-2EA0-5319-6B9C-8D78349FCB09}"/>
          </ac:picMkLst>
        </pc:picChg>
      </pc:sldChg>
    </pc:docChg>
  </pc:docChgLst>
  <pc:docChgLst>
    <pc:chgData name="Declan McMorrow" userId="S::declanmcmorrow@msletb.ie::f54a03fa-fb99-494e-8ddb-19cf65bddfea" providerId="AD" clId="Web-{F7DA4768-8A67-0224-BD1D-525252548E32}"/>
    <pc:docChg chg="addSld delSld modSld sldOrd">
      <pc:chgData name="Declan McMorrow" userId="S::declanmcmorrow@msletb.ie::f54a03fa-fb99-494e-8ddb-19cf65bddfea" providerId="AD" clId="Web-{F7DA4768-8A67-0224-BD1D-525252548E32}" dt="2025-07-21T13:10:59.392" v="828" actId="20577"/>
      <pc:docMkLst>
        <pc:docMk/>
      </pc:docMkLst>
      <pc:sldChg chg="addSp delSp modSp mod modClrScheme chgLayout">
        <pc:chgData name="Declan McMorrow" userId="S::declanmcmorrow@msletb.ie::f54a03fa-fb99-494e-8ddb-19cf65bddfea" providerId="AD" clId="Web-{F7DA4768-8A67-0224-BD1D-525252548E32}" dt="2025-07-21T10:30:31.274" v="29" actId="20577"/>
        <pc:sldMkLst>
          <pc:docMk/>
          <pc:sldMk cId="1039759085" sldId="256"/>
        </pc:sldMkLst>
        <pc:spChg chg="del">
          <ac:chgData name="Declan McMorrow" userId="S::declanmcmorrow@msletb.ie::f54a03fa-fb99-494e-8ddb-19cf65bddfea" providerId="AD" clId="Web-{F7DA4768-8A67-0224-BD1D-525252548E32}" dt="2025-07-21T10:29:28.912" v="0"/>
          <ac:spMkLst>
            <pc:docMk/>
            <pc:sldMk cId="1039759085" sldId="256"/>
            <ac:spMk id="3" creationId="{BF13678D-2131-54C2-7B41-C92CED9BBB10}"/>
          </ac:spMkLst>
        </pc:spChg>
        <pc:spChg chg="add mod ord">
          <ac:chgData name="Declan McMorrow" userId="S::declanmcmorrow@msletb.ie::f54a03fa-fb99-494e-8ddb-19cf65bddfea" providerId="AD" clId="Web-{F7DA4768-8A67-0224-BD1D-525252548E32}" dt="2025-07-21T10:30:31.274" v="29" actId="20577"/>
          <ac:spMkLst>
            <pc:docMk/>
            <pc:sldMk cId="1039759085" sldId="256"/>
            <ac:spMk id="4" creationId="{ADAF9DC8-FB45-AD0F-D54A-9BF078DA4589}"/>
          </ac:spMkLst>
        </pc:spChg>
        <pc:spChg chg="mod ord">
          <ac:chgData name="Declan McMorrow" userId="S::declanmcmorrow@msletb.ie::f54a03fa-fb99-494e-8ddb-19cf65bddfea" providerId="AD" clId="Web-{F7DA4768-8A67-0224-BD1D-525252548E32}" dt="2025-07-21T10:29:44.788" v="2" actId="20577"/>
          <ac:spMkLst>
            <pc:docMk/>
            <pc:sldMk cId="1039759085" sldId="256"/>
            <ac:spMk id="8" creationId="{479F0267-9D1C-BDA9-A152-B01CD379FC92}"/>
          </ac:spMkLst>
        </pc:spChg>
      </pc:sldChg>
      <pc:sldChg chg="del">
        <pc:chgData name="Declan McMorrow" userId="S::declanmcmorrow@msletb.ie::f54a03fa-fb99-494e-8ddb-19cf65bddfea" providerId="AD" clId="Web-{F7DA4768-8A67-0224-BD1D-525252548E32}" dt="2025-07-21T10:30:11.273" v="14"/>
        <pc:sldMkLst>
          <pc:docMk/>
          <pc:sldMk cId="837402205" sldId="264"/>
        </pc:sldMkLst>
      </pc:sldChg>
      <pc:sldChg chg="del">
        <pc:chgData name="Declan McMorrow" userId="S::declanmcmorrow@msletb.ie::f54a03fa-fb99-494e-8ddb-19cf65bddfea" providerId="AD" clId="Web-{F7DA4768-8A67-0224-BD1D-525252548E32}" dt="2025-07-21T10:30:11.289" v="18"/>
        <pc:sldMkLst>
          <pc:docMk/>
          <pc:sldMk cId="1721841647" sldId="266"/>
        </pc:sldMkLst>
      </pc:sldChg>
      <pc:sldChg chg="del">
        <pc:chgData name="Declan McMorrow" userId="S::declanmcmorrow@msletb.ie::f54a03fa-fb99-494e-8ddb-19cf65bddfea" providerId="AD" clId="Web-{F7DA4768-8A67-0224-BD1D-525252548E32}" dt="2025-07-21T10:30:11.273" v="11"/>
        <pc:sldMkLst>
          <pc:docMk/>
          <pc:sldMk cId="4259977132" sldId="268"/>
        </pc:sldMkLst>
      </pc:sldChg>
      <pc:sldChg chg="del">
        <pc:chgData name="Declan McMorrow" userId="S::declanmcmorrow@msletb.ie::f54a03fa-fb99-494e-8ddb-19cf65bddfea" providerId="AD" clId="Web-{F7DA4768-8A67-0224-BD1D-525252548E32}" dt="2025-07-21T10:30:11.273" v="15"/>
        <pc:sldMkLst>
          <pc:docMk/>
          <pc:sldMk cId="435195399" sldId="283"/>
        </pc:sldMkLst>
      </pc:sldChg>
      <pc:sldChg chg="del">
        <pc:chgData name="Declan McMorrow" userId="S::declanmcmorrow@msletb.ie::f54a03fa-fb99-494e-8ddb-19cf65bddfea" providerId="AD" clId="Web-{F7DA4768-8A67-0224-BD1D-525252548E32}" dt="2025-07-21T10:30:11.273" v="9"/>
        <pc:sldMkLst>
          <pc:docMk/>
          <pc:sldMk cId="3604630649" sldId="285"/>
        </pc:sldMkLst>
      </pc:sldChg>
      <pc:sldChg chg="del">
        <pc:chgData name="Declan McMorrow" userId="S::declanmcmorrow@msletb.ie::f54a03fa-fb99-494e-8ddb-19cf65bddfea" providerId="AD" clId="Web-{F7DA4768-8A67-0224-BD1D-525252548E32}" dt="2025-07-21T10:30:11.273" v="12"/>
        <pc:sldMkLst>
          <pc:docMk/>
          <pc:sldMk cId="3854442470" sldId="287"/>
        </pc:sldMkLst>
      </pc:sldChg>
      <pc:sldChg chg="del">
        <pc:chgData name="Declan McMorrow" userId="S::declanmcmorrow@msletb.ie::f54a03fa-fb99-494e-8ddb-19cf65bddfea" providerId="AD" clId="Web-{F7DA4768-8A67-0224-BD1D-525252548E32}" dt="2025-07-21T10:30:11.273" v="13"/>
        <pc:sldMkLst>
          <pc:docMk/>
          <pc:sldMk cId="2676905442" sldId="289"/>
        </pc:sldMkLst>
      </pc:sldChg>
      <pc:sldChg chg="del">
        <pc:chgData name="Declan McMorrow" userId="S::declanmcmorrow@msletb.ie::f54a03fa-fb99-494e-8ddb-19cf65bddfea" providerId="AD" clId="Web-{F7DA4768-8A67-0224-BD1D-525252548E32}" dt="2025-07-21T10:30:11.289" v="19"/>
        <pc:sldMkLst>
          <pc:docMk/>
          <pc:sldMk cId="2201125929" sldId="292"/>
        </pc:sldMkLst>
      </pc:sldChg>
      <pc:sldChg chg="del">
        <pc:chgData name="Declan McMorrow" userId="S::declanmcmorrow@msletb.ie::f54a03fa-fb99-494e-8ddb-19cf65bddfea" providerId="AD" clId="Web-{F7DA4768-8A67-0224-BD1D-525252548E32}" dt="2025-07-21T10:30:11.273" v="16"/>
        <pc:sldMkLst>
          <pc:docMk/>
          <pc:sldMk cId="3695820081" sldId="293"/>
        </pc:sldMkLst>
      </pc:sldChg>
      <pc:sldChg chg="del">
        <pc:chgData name="Declan McMorrow" userId="S::declanmcmorrow@msletb.ie::f54a03fa-fb99-494e-8ddb-19cf65bddfea" providerId="AD" clId="Web-{F7DA4768-8A67-0224-BD1D-525252548E32}" dt="2025-07-21T10:30:11.273" v="8"/>
        <pc:sldMkLst>
          <pc:docMk/>
          <pc:sldMk cId="2770959368" sldId="294"/>
        </pc:sldMkLst>
      </pc:sldChg>
      <pc:sldChg chg="del">
        <pc:chgData name="Declan McMorrow" userId="S::declanmcmorrow@msletb.ie::f54a03fa-fb99-494e-8ddb-19cf65bddfea" providerId="AD" clId="Web-{F7DA4768-8A67-0224-BD1D-525252548E32}" dt="2025-07-21T10:30:11.289" v="17"/>
        <pc:sldMkLst>
          <pc:docMk/>
          <pc:sldMk cId="1605306264" sldId="295"/>
        </pc:sldMkLst>
      </pc:sldChg>
      <pc:sldChg chg="del">
        <pc:chgData name="Declan McMorrow" userId="S::declanmcmorrow@msletb.ie::f54a03fa-fb99-494e-8ddb-19cf65bddfea" providerId="AD" clId="Web-{F7DA4768-8A67-0224-BD1D-525252548E32}" dt="2025-07-21T10:30:11.273" v="10"/>
        <pc:sldMkLst>
          <pc:docMk/>
          <pc:sldMk cId="370479512" sldId="296"/>
        </pc:sldMkLst>
      </pc:sldChg>
      <pc:sldChg chg="modSp new mod modClrScheme chgLayout">
        <pc:chgData name="Declan McMorrow" userId="S::declanmcmorrow@msletb.ie::f54a03fa-fb99-494e-8ddb-19cf65bddfea" providerId="AD" clId="Web-{F7DA4768-8A67-0224-BD1D-525252548E32}" dt="2025-07-21T10:30:08.492" v="7" actId="20577"/>
        <pc:sldMkLst>
          <pc:docMk/>
          <pc:sldMk cId="3712430302" sldId="297"/>
        </pc:sldMkLst>
        <pc:spChg chg="mod ord">
          <ac:chgData name="Declan McMorrow" userId="S::declanmcmorrow@msletb.ie::f54a03fa-fb99-494e-8ddb-19cf65bddfea" providerId="AD" clId="Web-{F7DA4768-8A67-0224-BD1D-525252548E32}" dt="2025-07-21T10:29:59.492" v="5" actId="20577"/>
          <ac:spMkLst>
            <pc:docMk/>
            <pc:sldMk cId="3712430302" sldId="297"/>
            <ac:spMk id="2" creationId="{7E090734-D915-59BC-32A9-655C0612D5CF}"/>
          </ac:spMkLst>
        </pc:spChg>
        <pc:spChg chg="mod ord">
          <ac:chgData name="Declan McMorrow" userId="S::declanmcmorrow@msletb.ie::f54a03fa-fb99-494e-8ddb-19cf65bddfea" providerId="AD" clId="Web-{F7DA4768-8A67-0224-BD1D-525252548E32}" dt="2025-07-21T10:30:08.492" v="7" actId="20577"/>
          <ac:spMkLst>
            <pc:docMk/>
            <pc:sldMk cId="3712430302" sldId="297"/>
            <ac:spMk id="3" creationId="{415929BB-AC2D-C63C-3CCC-89BE1C41F2E4}"/>
          </ac:spMkLst>
        </pc:spChg>
      </pc:sldChg>
      <pc:sldChg chg="modSp new mod modClrScheme chgLayout">
        <pc:chgData name="Declan McMorrow" userId="S::declanmcmorrow@msletb.ie::f54a03fa-fb99-494e-8ddb-19cf65bddfea" providerId="AD" clId="Web-{F7DA4768-8A67-0224-BD1D-525252548E32}" dt="2025-07-21T10:30:55.650" v="36" actId="20577"/>
        <pc:sldMkLst>
          <pc:docMk/>
          <pc:sldMk cId="3724158467" sldId="298"/>
        </pc:sldMkLst>
        <pc:spChg chg="mod ord">
          <ac:chgData name="Declan McMorrow" userId="S::declanmcmorrow@msletb.ie::f54a03fa-fb99-494e-8ddb-19cf65bddfea" providerId="AD" clId="Web-{F7DA4768-8A67-0224-BD1D-525252548E32}" dt="2025-07-21T10:30:44.493" v="32" actId="20577"/>
          <ac:spMkLst>
            <pc:docMk/>
            <pc:sldMk cId="3724158467" sldId="298"/>
            <ac:spMk id="2" creationId="{1E61964E-1CA2-CF1A-B3A1-8B672859E88E}"/>
          </ac:spMkLst>
        </pc:spChg>
        <pc:spChg chg="mod ord">
          <ac:chgData name="Declan McMorrow" userId="S::declanmcmorrow@msletb.ie::f54a03fa-fb99-494e-8ddb-19cf65bddfea" providerId="AD" clId="Web-{F7DA4768-8A67-0224-BD1D-525252548E32}" dt="2025-07-21T10:30:55.650" v="36" actId="20577"/>
          <ac:spMkLst>
            <pc:docMk/>
            <pc:sldMk cId="3724158467" sldId="298"/>
            <ac:spMk id="3" creationId="{106687C0-9170-4FB3-0187-837F2F044008}"/>
          </ac:spMkLst>
        </pc:spChg>
      </pc:sldChg>
      <pc:sldChg chg="modSp new">
        <pc:chgData name="Declan McMorrow" userId="S::declanmcmorrow@msletb.ie::f54a03fa-fb99-494e-8ddb-19cf65bddfea" providerId="AD" clId="Web-{F7DA4768-8A67-0224-BD1D-525252548E32}" dt="2025-07-21T10:31:17.291" v="41" actId="20577"/>
        <pc:sldMkLst>
          <pc:docMk/>
          <pc:sldMk cId="1905950288" sldId="299"/>
        </pc:sldMkLst>
        <pc:spChg chg="mod">
          <ac:chgData name="Declan McMorrow" userId="S::declanmcmorrow@msletb.ie::f54a03fa-fb99-494e-8ddb-19cf65bddfea" providerId="AD" clId="Web-{F7DA4768-8A67-0224-BD1D-525252548E32}" dt="2025-07-21T10:31:12.494" v="38" actId="20577"/>
          <ac:spMkLst>
            <pc:docMk/>
            <pc:sldMk cId="1905950288" sldId="299"/>
            <ac:spMk id="2" creationId="{C05E1D4F-1C22-D0F6-DB6F-4BE953329258}"/>
          </ac:spMkLst>
        </pc:spChg>
        <pc:spChg chg="mod">
          <ac:chgData name="Declan McMorrow" userId="S::declanmcmorrow@msletb.ie::f54a03fa-fb99-494e-8ddb-19cf65bddfea" providerId="AD" clId="Web-{F7DA4768-8A67-0224-BD1D-525252548E32}" dt="2025-07-21T10:31:17.291" v="41" actId="20577"/>
          <ac:spMkLst>
            <pc:docMk/>
            <pc:sldMk cId="1905950288" sldId="299"/>
            <ac:spMk id="3" creationId="{4914448A-65EC-C84F-7B00-5E10FB2330C9}"/>
          </ac:spMkLst>
        </pc:spChg>
      </pc:sldChg>
      <pc:sldChg chg="addSp modSp new mod setBg">
        <pc:chgData name="Declan McMorrow" userId="S::declanmcmorrow@msletb.ie::f54a03fa-fb99-494e-8ddb-19cf65bddfea" providerId="AD" clId="Web-{F7DA4768-8A67-0224-BD1D-525252548E32}" dt="2025-07-21T10:41:10.843" v="153" actId="20577"/>
        <pc:sldMkLst>
          <pc:docMk/>
          <pc:sldMk cId="2152880027" sldId="300"/>
        </pc:sldMkLst>
        <pc:spChg chg="mod">
          <ac:chgData name="Declan McMorrow" userId="S::declanmcmorrow@msletb.ie::f54a03fa-fb99-494e-8ddb-19cf65bddfea" providerId="AD" clId="Web-{F7DA4768-8A67-0224-BD1D-525252548E32}" dt="2025-07-21T10:40:50.717" v="150"/>
          <ac:spMkLst>
            <pc:docMk/>
            <pc:sldMk cId="2152880027" sldId="300"/>
            <ac:spMk id="2" creationId="{76D0EEA3-6B08-3764-1A55-D14F5B359741}"/>
          </ac:spMkLst>
        </pc:spChg>
        <pc:spChg chg="mod">
          <ac:chgData name="Declan McMorrow" userId="S::declanmcmorrow@msletb.ie::f54a03fa-fb99-494e-8ddb-19cf65bddfea" providerId="AD" clId="Web-{F7DA4768-8A67-0224-BD1D-525252548E32}" dt="2025-07-21T10:41:10.843" v="153" actId="20577"/>
          <ac:spMkLst>
            <pc:docMk/>
            <pc:sldMk cId="2152880027" sldId="300"/>
            <ac:spMk id="3" creationId="{5EE712C8-442B-82F5-C6F5-EE25AFB59688}"/>
          </ac:spMkLst>
        </pc:spChg>
        <pc:picChg chg="add mod">
          <ac:chgData name="Declan McMorrow" userId="S::declanmcmorrow@msletb.ie::f54a03fa-fb99-494e-8ddb-19cf65bddfea" providerId="AD" clId="Web-{F7DA4768-8A67-0224-BD1D-525252548E32}" dt="2025-07-21T10:40:55.686" v="151"/>
          <ac:picMkLst>
            <pc:docMk/>
            <pc:sldMk cId="2152880027" sldId="300"/>
            <ac:picMk id="4" creationId="{625D90BB-AD53-18E2-5097-35C5079F8646}"/>
          </ac:picMkLst>
        </pc:picChg>
      </pc:sldChg>
      <pc:sldChg chg="addSp modSp new mod setBg">
        <pc:chgData name="Declan McMorrow" userId="S::declanmcmorrow@msletb.ie::f54a03fa-fb99-494e-8ddb-19cf65bddfea" providerId="AD" clId="Web-{F7DA4768-8A67-0224-BD1D-525252548E32}" dt="2025-07-21T10:43:48.676" v="158"/>
        <pc:sldMkLst>
          <pc:docMk/>
          <pc:sldMk cId="1371725235" sldId="301"/>
        </pc:sldMkLst>
        <pc:spChg chg="mod">
          <ac:chgData name="Declan McMorrow" userId="S::declanmcmorrow@msletb.ie::f54a03fa-fb99-494e-8ddb-19cf65bddfea" providerId="AD" clId="Web-{F7DA4768-8A67-0224-BD1D-525252548E32}" dt="2025-07-21T10:43:45.442" v="157"/>
          <ac:spMkLst>
            <pc:docMk/>
            <pc:sldMk cId="1371725235" sldId="301"/>
            <ac:spMk id="2" creationId="{457DC64A-6AA0-DEB6-8AEA-E487F07F87FA}"/>
          </ac:spMkLst>
        </pc:spChg>
        <pc:spChg chg="mod">
          <ac:chgData name="Declan McMorrow" userId="S::declanmcmorrow@msletb.ie::f54a03fa-fb99-494e-8ddb-19cf65bddfea" providerId="AD" clId="Web-{F7DA4768-8A67-0224-BD1D-525252548E32}" dt="2025-07-21T10:43:45.442" v="157"/>
          <ac:spMkLst>
            <pc:docMk/>
            <pc:sldMk cId="1371725235" sldId="301"/>
            <ac:spMk id="3" creationId="{FE3FA514-657B-66BE-ED59-8A45E7702F0D}"/>
          </ac:spMkLst>
        </pc:spChg>
        <pc:spChg chg="add">
          <ac:chgData name="Declan McMorrow" userId="S::declanmcmorrow@msletb.ie::f54a03fa-fb99-494e-8ddb-19cf65bddfea" providerId="AD" clId="Web-{F7DA4768-8A67-0224-BD1D-525252548E32}" dt="2025-07-21T10:43:45.442" v="157"/>
          <ac:spMkLst>
            <pc:docMk/>
            <pc:sldMk cId="1371725235" sldId="301"/>
            <ac:spMk id="9" creationId="{3CED7894-4F62-4A6C-8DB5-DB5BE08E9C03}"/>
          </ac:spMkLst>
        </pc:spChg>
        <pc:spChg chg="add">
          <ac:chgData name="Declan McMorrow" userId="S::declanmcmorrow@msletb.ie::f54a03fa-fb99-494e-8ddb-19cf65bddfea" providerId="AD" clId="Web-{F7DA4768-8A67-0224-BD1D-525252548E32}" dt="2025-07-21T10:43:45.442" v="157"/>
          <ac:spMkLst>
            <pc:docMk/>
            <pc:sldMk cId="1371725235" sldId="301"/>
            <ac:spMk id="11" creationId="{E536F3B4-50F6-4C52-8F76-4EB1214719DC}"/>
          </ac:spMkLst>
        </pc:spChg>
        <pc:picChg chg="add mod">
          <ac:chgData name="Declan McMorrow" userId="S::declanmcmorrow@msletb.ie::f54a03fa-fb99-494e-8ddb-19cf65bddfea" providerId="AD" clId="Web-{F7DA4768-8A67-0224-BD1D-525252548E32}" dt="2025-07-21T10:43:48.676" v="158"/>
          <ac:picMkLst>
            <pc:docMk/>
            <pc:sldMk cId="1371725235" sldId="301"/>
            <ac:picMk id="4" creationId="{9190CE27-1217-C9FB-B9B8-C31A602A2784}"/>
          </ac:picMkLst>
        </pc:picChg>
      </pc:sldChg>
      <pc:sldChg chg="addSp delSp modSp new mod setBg setClrOvrMap">
        <pc:chgData name="Declan McMorrow" userId="S::declanmcmorrow@msletb.ie::f54a03fa-fb99-494e-8ddb-19cf65bddfea" providerId="AD" clId="Web-{F7DA4768-8A67-0224-BD1D-525252548E32}" dt="2025-07-21T10:46:16.009" v="189" actId="1076"/>
        <pc:sldMkLst>
          <pc:docMk/>
          <pc:sldMk cId="2124545268" sldId="302"/>
        </pc:sldMkLst>
        <pc:spChg chg="mod">
          <ac:chgData name="Declan McMorrow" userId="S::declanmcmorrow@msletb.ie::f54a03fa-fb99-494e-8ddb-19cf65bddfea" providerId="AD" clId="Web-{F7DA4768-8A67-0224-BD1D-525252548E32}" dt="2025-07-21T10:45:43.102" v="165"/>
          <ac:spMkLst>
            <pc:docMk/>
            <pc:sldMk cId="2124545268" sldId="302"/>
            <ac:spMk id="2" creationId="{DBDE45B9-8A40-27C2-0ACB-A7E51E44CBFA}"/>
          </ac:spMkLst>
        </pc:spChg>
        <pc:spChg chg="mod ord">
          <ac:chgData name="Declan McMorrow" userId="S::declanmcmorrow@msletb.ie::f54a03fa-fb99-494e-8ddb-19cf65bddfea" providerId="AD" clId="Web-{F7DA4768-8A67-0224-BD1D-525252548E32}" dt="2025-07-21T10:45:43.102" v="165"/>
          <ac:spMkLst>
            <pc:docMk/>
            <pc:sldMk cId="2124545268" sldId="302"/>
            <ac:spMk id="3" creationId="{D46BCCF9-240C-71C7-759D-09568903ED0F}"/>
          </ac:spMkLst>
        </pc:spChg>
        <pc:spChg chg="add del">
          <ac:chgData name="Declan McMorrow" userId="S::declanmcmorrow@msletb.ie::f54a03fa-fb99-494e-8ddb-19cf65bddfea" providerId="AD" clId="Web-{F7DA4768-8A67-0224-BD1D-525252548E32}" dt="2025-07-21T10:45:43.102" v="165"/>
          <ac:spMkLst>
            <pc:docMk/>
            <pc:sldMk cId="2124545268" sldId="302"/>
            <ac:spMk id="9" creationId="{7B055CAA-2668-4929-8202-DBD35A78E8EB}"/>
          </ac:spMkLst>
        </pc:spChg>
        <pc:spChg chg="add del">
          <ac:chgData name="Declan McMorrow" userId="S::declanmcmorrow@msletb.ie::f54a03fa-fb99-494e-8ddb-19cf65bddfea" providerId="AD" clId="Web-{F7DA4768-8A67-0224-BD1D-525252548E32}" dt="2025-07-21T10:45:43.102" v="165"/>
          <ac:spMkLst>
            <pc:docMk/>
            <pc:sldMk cId="2124545268" sldId="302"/>
            <ac:spMk id="11" creationId="{38F88ED4-721F-4A25-9A68-66C57B1F8D03}"/>
          </ac:spMkLst>
        </pc:spChg>
        <pc:spChg chg="add del">
          <ac:chgData name="Declan McMorrow" userId="S::declanmcmorrow@msletb.ie::f54a03fa-fb99-494e-8ddb-19cf65bddfea" providerId="AD" clId="Web-{F7DA4768-8A67-0224-BD1D-525252548E32}" dt="2025-07-21T10:45:43.102" v="165"/>
          <ac:spMkLst>
            <pc:docMk/>
            <pc:sldMk cId="2124545268" sldId="302"/>
            <ac:spMk id="13" creationId="{3A5A85F2-11BA-4322-9355-08C0DEC78035}"/>
          </ac:spMkLst>
        </pc:spChg>
        <pc:spChg chg="add">
          <ac:chgData name="Declan McMorrow" userId="S::declanmcmorrow@msletb.ie::f54a03fa-fb99-494e-8ddb-19cf65bddfea" providerId="AD" clId="Web-{F7DA4768-8A67-0224-BD1D-525252548E32}" dt="2025-07-21T10:45:14.960" v="160"/>
          <ac:spMkLst>
            <pc:docMk/>
            <pc:sldMk cId="2124545268" sldId="302"/>
            <ac:spMk id="15" creationId="{1A88A0CA-0BDB-4A19-A648-638BE196B2BC}"/>
          </ac:spMkLst>
        </pc:spChg>
        <pc:spChg chg="add del">
          <ac:chgData name="Declan McMorrow" userId="S::declanmcmorrow@msletb.ie::f54a03fa-fb99-494e-8ddb-19cf65bddfea" providerId="AD" clId="Web-{F7DA4768-8A67-0224-BD1D-525252548E32}" dt="2025-07-21T10:45:43.102" v="165"/>
          <ac:spMkLst>
            <pc:docMk/>
            <pc:sldMk cId="2124545268" sldId="302"/>
            <ac:spMk id="20" creationId="{1BB56EB9-078F-4952-AC1F-149C7A0AE4D5}"/>
          </ac:spMkLst>
        </pc:spChg>
        <pc:spChg chg="add del">
          <ac:chgData name="Declan McMorrow" userId="S::declanmcmorrow@msletb.ie::f54a03fa-fb99-494e-8ddb-19cf65bddfea" providerId="AD" clId="Web-{F7DA4768-8A67-0224-BD1D-525252548E32}" dt="2025-07-21T10:45:43.102" v="165"/>
          <ac:spMkLst>
            <pc:docMk/>
            <pc:sldMk cId="2124545268" sldId="302"/>
            <ac:spMk id="22" creationId="{D3772EE4-ED5E-4D3A-A306-B22CF866786D}"/>
          </ac:spMkLst>
        </pc:spChg>
        <pc:spChg chg="add del">
          <ac:chgData name="Declan McMorrow" userId="S::declanmcmorrow@msletb.ie::f54a03fa-fb99-494e-8ddb-19cf65bddfea" providerId="AD" clId="Web-{F7DA4768-8A67-0224-BD1D-525252548E32}" dt="2025-07-21T10:45:43.102" v="165"/>
          <ac:spMkLst>
            <pc:docMk/>
            <pc:sldMk cId="2124545268" sldId="302"/>
            <ac:spMk id="24" creationId="{10058680-D07C-4893-B2B7-91543F18AB32}"/>
          </ac:spMkLst>
        </pc:spChg>
        <pc:spChg chg="add del">
          <ac:chgData name="Declan McMorrow" userId="S::declanmcmorrow@msletb.ie::f54a03fa-fb99-494e-8ddb-19cf65bddfea" providerId="AD" clId="Web-{F7DA4768-8A67-0224-BD1D-525252548E32}" dt="2025-07-21T10:45:43.102" v="165"/>
          <ac:spMkLst>
            <pc:docMk/>
            <pc:sldMk cId="2124545268" sldId="302"/>
            <ac:spMk id="26" creationId="{7B42427A-0A1F-4A55-8705-D9179F1E0CFB}"/>
          </ac:spMkLst>
        </pc:spChg>
        <pc:spChg chg="add del">
          <ac:chgData name="Declan McMorrow" userId="S::declanmcmorrow@msletb.ie::f54a03fa-fb99-494e-8ddb-19cf65bddfea" providerId="AD" clId="Web-{F7DA4768-8A67-0224-BD1D-525252548E32}" dt="2025-07-21T10:45:43.102" v="165"/>
          <ac:spMkLst>
            <pc:docMk/>
            <pc:sldMk cId="2124545268" sldId="302"/>
            <ac:spMk id="28" creationId="{EE54A6FE-D8CB-48A3-900B-053D4EBD3B85}"/>
          </ac:spMkLst>
        </pc:spChg>
        <pc:picChg chg="add del mod modCrop">
          <ac:chgData name="Declan McMorrow" userId="S::declanmcmorrow@msletb.ie::f54a03fa-fb99-494e-8ddb-19cf65bddfea" providerId="AD" clId="Web-{F7DA4768-8A67-0224-BD1D-525252548E32}" dt="2025-07-21T10:46:16.009" v="189" actId="1076"/>
          <ac:picMkLst>
            <pc:docMk/>
            <pc:sldMk cId="2124545268" sldId="302"/>
            <ac:picMk id="4" creationId="{AF71FD8D-8655-6749-AB26-F360B5DFEFED}"/>
          </ac:picMkLst>
        </pc:picChg>
        <pc:picChg chg="add del mod">
          <ac:chgData name="Declan McMorrow" userId="S::declanmcmorrow@msletb.ie::f54a03fa-fb99-494e-8ddb-19cf65bddfea" providerId="AD" clId="Web-{F7DA4768-8A67-0224-BD1D-525252548E32}" dt="2025-07-21T10:45:48.524" v="168"/>
          <ac:picMkLst>
            <pc:docMk/>
            <pc:sldMk cId="2124545268" sldId="302"/>
            <ac:picMk id="5" creationId="{5ECFF50E-8F3B-F02D-4570-2E749A75A89F}"/>
          </ac:picMkLst>
        </pc:picChg>
      </pc:sldChg>
      <pc:sldChg chg="modSp new">
        <pc:chgData name="Declan McMorrow" userId="S::declanmcmorrow@msletb.ie::f54a03fa-fb99-494e-8ddb-19cf65bddfea" providerId="AD" clId="Web-{F7DA4768-8A67-0224-BD1D-525252548E32}" dt="2025-07-21T10:32:49.122" v="66" actId="20577"/>
        <pc:sldMkLst>
          <pc:docMk/>
          <pc:sldMk cId="2665460067" sldId="303"/>
        </pc:sldMkLst>
        <pc:spChg chg="mod">
          <ac:chgData name="Declan McMorrow" userId="S::declanmcmorrow@msletb.ie::f54a03fa-fb99-494e-8ddb-19cf65bddfea" providerId="AD" clId="Web-{F7DA4768-8A67-0224-BD1D-525252548E32}" dt="2025-07-21T10:32:27.340" v="61"/>
          <ac:spMkLst>
            <pc:docMk/>
            <pc:sldMk cId="2665460067" sldId="303"/>
            <ac:spMk id="2" creationId="{E40028F0-1707-5185-FFD6-4F21AE4F7DED}"/>
          </ac:spMkLst>
        </pc:spChg>
        <pc:spChg chg="mod">
          <ac:chgData name="Declan McMorrow" userId="S::declanmcmorrow@msletb.ie::f54a03fa-fb99-494e-8ddb-19cf65bddfea" providerId="AD" clId="Web-{F7DA4768-8A67-0224-BD1D-525252548E32}" dt="2025-07-21T10:32:49.122" v="66" actId="20577"/>
          <ac:spMkLst>
            <pc:docMk/>
            <pc:sldMk cId="2665460067" sldId="303"/>
            <ac:spMk id="3" creationId="{E45DB520-03D7-13CA-485C-44B260411B44}"/>
          </ac:spMkLst>
        </pc:spChg>
      </pc:sldChg>
      <pc:sldChg chg="addSp delSp modSp new">
        <pc:chgData name="Declan McMorrow" userId="S::declanmcmorrow@msletb.ie::f54a03fa-fb99-494e-8ddb-19cf65bddfea" providerId="AD" clId="Web-{F7DA4768-8A67-0224-BD1D-525252548E32}" dt="2025-07-21T10:35:55.066" v="116"/>
        <pc:sldMkLst>
          <pc:docMk/>
          <pc:sldMk cId="4239170247" sldId="304"/>
        </pc:sldMkLst>
        <pc:spChg chg="mod">
          <ac:chgData name="Declan McMorrow" userId="S::declanmcmorrow@msletb.ie::f54a03fa-fb99-494e-8ddb-19cf65bddfea" providerId="AD" clId="Web-{F7DA4768-8A67-0224-BD1D-525252548E32}" dt="2025-07-21T10:33:01.576" v="69" actId="20577"/>
          <ac:spMkLst>
            <pc:docMk/>
            <pc:sldMk cId="4239170247" sldId="304"/>
            <ac:spMk id="2" creationId="{4C08AE06-BAB5-EB85-1B4C-812DFF4886F7}"/>
          </ac:spMkLst>
        </pc:spChg>
        <pc:spChg chg="mod">
          <ac:chgData name="Declan McMorrow" userId="S::declanmcmorrow@msletb.ie::f54a03fa-fb99-494e-8ddb-19cf65bddfea" providerId="AD" clId="Web-{F7DA4768-8A67-0224-BD1D-525252548E32}" dt="2025-07-21T10:34:17.797" v="81" actId="20577"/>
          <ac:spMkLst>
            <pc:docMk/>
            <pc:sldMk cId="4239170247" sldId="304"/>
            <ac:spMk id="3" creationId="{49109AA3-27E9-D85A-F928-1455CB04FE8D}"/>
          </ac:spMkLst>
        </pc:spChg>
        <pc:picChg chg="add del mod">
          <ac:chgData name="Declan McMorrow" userId="S::declanmcmorrow@msletb.ie::f54a03fa-fb99-494e-8ddb-19cf65bddfea" providerId="AD" clId="Web-{F7DA4768-8A67-0224-BD1D-525252548E32}" dt="2025-07-21T10:35:55.066" v="116"/>
          <ac:picMkLst>
            <pc:docMk/>
            <pc:sldMk cId="4239170247" sldId="304"/>
            <ac:picMk id="4" creationId="{0203D505-FB8E-6A15-2C72-3724F1D6F0C5}"/>
          </ac:picMkLst>
        </pc:picChg>
      </pc:sldChg>
      <pc:sldChg chg="add replId">
        <pc:chgData name="Declan McMorrow" userId="S::declanmcmorrow@msletb.ie::f54a03fa-fb99-494e-8ddb-19cf65bddfea" providerId="AD" clId="Web-{F7DA4768-8A67-0224-BD1D-525252548E32}" dt="2025-07-21T10:35:52.691" v="115"/>
        <pc:sldMkLst>
          <pc:docMk/>
          <pc:sldMk cId="882121706" sldId="305"/>
        </pc:sldMkLst>
      </pc:sldChg>
      <pc:sldChg chg="modSp new">
        <pc:chgData name="Declan McMorrow" userId="S::declanmcmorrow@msletb.ie::f54a03fa-fb99-494e-8ddb-19cf65bddfea" providerId="AD" clId="Web-{F7DA4768-8A67-0224-BD1D-525252548E32}" dt="2025-07-21T10:36:23.036" v="123" actId="20577"/>
        <pc:sldMkLst>
          <pc:docMk/>
          <pc:sldMk cId="2404251549" sldId="306"/>
        </pc:sldMkLst>
        <pc:spChg chg="mod">
          <ac:chgData name="Declan McMorrow" userId="S::declanmcmorrow@msletb.ie::f54a03fa-fb99-494e-8ddb-19cf65bddfea" providerId="AD" clId="Web-{F7DA4768-8A67-0224-BD1D-525252548E32}" dt="2025-07-21T10:36:17.723" v="119" actId="20577"/>
          <ac:spMkLst>
            <pc:docMk/>
            <pc:sldMk cId="2404251549" sldId="306"/>
            <ac:spMk id="2" creationId="{3A2D4A0D-7424-FE40-1C8F-1DAE40AA482F}"/>
          </ac:spMkLst>
        </pc:spChg>
        <pc:spChg chg="mod">
          <ac:chgData name="Declan McMorrow" userId="S::declanmcmorrow@msletb.ie::f54a03fa-fb99-494e-8ddb-19cf65bddfea" providerId="AD" clId="Web-{F7DA4768-8A67-0224-BD1D-525252548E32}" dt="2025-07-21T10:36:23.036" v="123" actId="20577"/>
          <ac:spMkLst>
            <pc:docMk/>
            <pc:sldMk cId="2404251549" sldId="306"/>
            <ac:spMk id="3" creationId="{639563B5-443F-6673-544F-8C5D4127C93B}"/>
          </ac:spMkLst>
        </pc:spChg>
      </pc:sldChg>
      <pc:sldChg chg="addSp modSp add replId">
        <pc:chgData name="Declan McMorrow" userId="S::declanmcmorrow@msletb.ie::f54a03fa-fb99-494e-8ddb-19cf65bddfea" providerId="AD" clId="Web-{F7DA4768-8A67-0224-BD1D-525252548E32}" dt="2025-07-21T10:38:56.713" v="141" actId="1076"/>
        <pc:sldMkLst>
          <pc:docMk/>
          <pc:sldMk cId="2656404445" sldId="307"/>
        </pc:sldMkLst>
        <pc:picChg chg="add mod">
          <ac:chgData name="Declan McMorrow" userId="S::declanmcmorrow@msletb.ie::f54a03fa-fb99-494e-8ddb-19cf65bddfea" providerId="AD" clId="Web-{F7DA4768-8A67-0224-BD1D-525252548E32}" dt="2025-07-21T10:38:56.713" v="141" actId="1076"/>
          <ac:picMkLst>
            <pc:docMk/>
            <pc:sldMk cId="2656404445" sldId="307"/>
            <ac:picMk id="4" creationId="{77C7F1FD-F550-79D9-89E6-0E17D5009111}"/>
          </ac:picMkLst>
        </pc:picChg>
      </pc:sldChg>
      <pc:sldChg chg="modSp new modNotes">
        <pc:chgData name="Declan McMorrow" userId="S::declanmcmorrow@msletb.ie::f54a03fa-fb99-494e-8ddb-19cf65bddfea" providerId="AD" clId="Web-{F7DA4768-8A67-0224-BD1D-525252548E32}" dt="2025-07-21T10:52:31.147" v="197"/>
        <pc:sldMkLst>
          <pc:docMk/>
          <pc:sldMk cId="4146674112" sldId="308"/>
        </pc:sldMkLst>
        <pc:spChg chg="mod">
          <ac:chgData name="Declan McMorrow" userId="S::declanmcmorrow@msletb.ie::f54a03fa-fb99-494e-8ddb-19cf65bddfea" providerId="AD" clId="Web-{F7DA4768-8A67-0224-BD1D-525252548E32}" dt="2025-07-21T10:39:08.667" v="143" actId="20577"/>
          <ac:spMkLst>
            <pc:docMk/>
            <pc:sldMk cId="4146674112" sldId="308"/>
            <ac:spMk id="2" creationId="{D60BD465-90C3-039F-198F-A61B1425056C}"/>
          </ac:spMkLst>
        </pc:spChg>
        <pc:spChg chg="mod">
          <ac:chgData name="Declan McMorrow" userId="S::declanmcmorrow@msletb.ie::f54a03fa-fb99-494e-8ddb-19cf65bddfea" providerId="AD" clId="Web-{F7DA4768-8A67-0224-BD1D-525252548E32}" dt="2025-07-21T10:39:21.964" v="148" actId="20577"/>
          <ac:spMkLst>
            <pc:docMk/>
            <pc:sldMk cId="4146674112" sldId="308"/>
            <ac:spMk id="3" creationId="{C631F9C4-067E-5158-F95F-46E3FBF733D5}"/>
          </ac:spMkLst>
        </pc:spChg>
      </pc:sldChg>
      <pc:sldChg chg="modSp new">
        <pc:chgData name="Declan McMorrow" userId="S::declanmcmorrow@msletb.ie::f54a03fa-fb99-494e-8ddb-19cf65bddfea" providerId="AD" clId="Web-{F7DA4768-8A67-0224-BD1D-525252548E32}" dt="2025-07-21T11:24:37.374" v="389" actId="20577"/>
        <pc:sldMkLst>
          <pc:docMk/>
          <pc:sldMk cId="852149119" sldId="309"/>
        </pc:sldMkLst>
        <pc:spChg chg="mod">
          <ac:chgData name="Declan McMorrow" userId="S::declanmcmorrow@msletb.ie::f54a03fa-fb99-494e-8ddb-19cf65bddfea" providerId="AD" clId="Web-{F7DA4768-8A67-0224-BD1D-525252548E32}" dt="2025-07-21T10:53:24.462" v="202" actId="20577"/>
          <ac:spMkLst>
            <pc:docMk/>
            <pc:sldMk cId="852149119" sldId="309"/>
            <ac:spMk id="2" creationId="{5E97E09F-A62F-DE94-0D6B-02A137AF5468}"/>
          </ac:spMkLst>
        </pc:spChg>
        <pc:spChg chg="mod">
          <ac:chgData name="Declan McMorrow" userId="S::declanmcmorrow@msletb.ie::f54a03fa-fb99-494e-8ddb-19cf65bddfea" providerId="AD" clId="Web-{F7DA4768-8A67-0224-BD1D-525252548E32}" dt="2025-07-21T11:24:37.374" v="389" actId="20577"/>
          <ac:spMkLst>
            <pc:docMk/>
            <pc:sldMk cId="852149119" sldId="309"/>
            <ac:spMk id="3" creationId="{C9950620-BF92-C2C5-3F62-D4E6297127E7}"/>
          </ac:spMkLst>
        </pc:spChg>
      </pc:sldChg>
      <pc:sldChg chg="modSp add ord replId">
        <pc:chgData name="Declan McMorrow" userId="S::declanmcmorrow@msletb.ie::f54a03fa-fb99-494e-8ddb-19cf65bddfea" providerId="AD" clId="Web-{F7DA4768-8A67-0224-BD1D-525252548E32}" dt="2025-07-21T10:53:15.399" v="201" actId="20577"/>
        <pc:sldMkLst>
          <pc:docMk/>
          <pc:sldMk cId="795366623" sldId="310"/>
        </pc:sldMkLst>
        <pc:spChg chg="mod">
          <ac:chgData name="Declan McMorrow" userId="S::declanmcmorrow@msletb.ie::f54a03fa-fb99-494e-8ddb-19cf65bddfea" providerId="AD" clId="Web-{F7DA4768-8A67-0224-BD1D-525252548E32}" dt="2025-07-21T10:53:15.399" v="201" actId="20577"/>
          <ac:spMkLst>
            <pc:docMk/>
            <pc:sldMk cId="795366623" sldId="310"/>
            <ac:spMk id="3" creationId="{02A97DF5-60DA-2318-7296-75C4E6908556}"/>
          </ac:spMkLst>
        </pc:spChg>
      </pc:sldChg>
      <pc:sldChg chg="addSp delSp modSp new mod setBg">
        <pc:chgData name="Declan McMorrow" userId="S::declanmcmorrow@msletb.ie::f54a03fa-fb99-494e-8ddb-19cf65bddfea" providerId="AD" clId="Web-{F7DA4768-8A67-0224-BD1D-525252548E32}" dt="2025-07-21T10:57:01.828" v="255" actId="1076"/>
        <pc:sldMkLst>
          <pc:docMk/>
          <pc:sldMk cId="1752901760" sldId="311"/>
        </pc:sldMkLst>
        <pc:spChg chg="mod">
          <ac:chgData name="Declan McMorrow" userId="S::declanmcmorrow@msletb.ie::f54a03fa-fb99-494e-8ddb-19cf65bddfea" providerId="AD" clId="Web-{F7DA4768-8A67-0224-BD1D-525252548E32}" dt="2025-07-21T10:56:06.842" v="244"/>
          <ac:spMkLst>
            <pc:docMk/>
            <pc:sldMk cId="1752901760" sldId="311"/>
            <ac:spMk id="2" creationId="{A0AD5130-7E80-9BC3-F72D-A35B97C2BD60}"/>
          </ac:spMkLst>
        </pc:spChg>
        <pc:spChg chg="mod">
          <ac:chgData name="Declan McMorrow" userId="S::declanmcmorrow@msletb.ie::f54a03fa-fb99-494e-8ddb-19cf65bddfea" providerId="AD" clId="Web-{F7DA4768-8A67-0224-BD1D-525252548E32}" dt="2025-07-21T10:56:20.593" v="248" actId="20577"/>
          <ac:spMkLst>
            <pc:docMk/>
            <pc:sldMk cId="1752901760" sldId="311"/>
            <ac:spMk id="3" creationId="{7E08ECF4-CB17-8F82-4B43-6D7F27ECC5B3}"/>
          </ac:spMkLst>
        </pc:spChg>
        <pc:picChg chg="add del mod">
          <ac:chgData name="Declan McMorrow" userId="S::declanmcmorrow@msletb.ie::f54a03fa-fb99-494e-8ddb-19cf65bddfea" providerId="AD" clId="Web-{F7DA4768-8A67-0224-BD1D-525252548E32}" dt="2025-07-21T10:56:00.904" v="242"/>
          <ac:picMkLst>
            <pc:docMk/>
            <pc:sldMk cId="1752901760" sldId="311"/>
            <ac:picMk id="4" creationId="{2B991A90-4815-4E8F-DE89-25BF034104D4}"/>
          </ac:picMkLst>
        </pc:picChg>
        <pc:picChg chg="add del mod">
          <ac:chgData name="Declan McMorrow" userId="S::declanmcmorrow@msletb.ie::f54a03fa-fb99-494e-8ddb-19cf65bddfea" providerId="AD" clId="Web-{F7DA4768-8A67-0224-BD1D-525252548E32}" dt="2025-07-21T10:56:27.921" v="249"/>
          <ac:picMkLst>
            <pc:docMk/>
            <pc:sldMk cId="1752901760" sldId="311"/>
            <ac:picMk id="5" creationId="{90844BA5-BD8B-C0C9-C860-51B538A0D50C}"/>
          </ac:picMkLst>
        </pc:picChg>
        <pc:picChg chg="add mod modCrop">
          <ac:chgData name="Declan McMorrow" userId="S::declanmcmorrow@msletb.ie::f54a03fa-fb99-494e-8ddb-19cf65bddfea" providerId="AD" clId="Web-{F7DA4768-8A67-0224-BD1D-525252548E32}" dt="2025-07-21T10:57:01.828" v="255" actId="1076"/>
          <ac:picMkLst>
            <pc:docMk/>
            <pc:sldMk cId="1752901760" sldId="311"/>
            <ac:picMk id="6" creationId="{AD099AB7-21B2-D636-43EB-FD27D0A8C1A5}"/>
          </ac:picMkLst>
        </pc:picChg>
      </pc:sldChg>
      <pc:sldChg chg="new del">
        <pc:chgData name="Declan McMorrow" userId="S::declanmcmorrow@msletb.ie::f54a03fa-fb99-494e-8ddb-19cf65bddfea" providerId="AD" clId="Web-{F7DA4768-8A67-0224-BD1D-525252548E32}" dt="2025-07-21T10:53:43.431" v="210"/>
        <pc:sldMkLst>
          <pc:docMk/>
          <pc:sldMk cId="2289189639" sldId="311"/>
        </pc:sldMkLst>
      </pc:sldChg>
      <pc:sldChg chg="modSp new">
        <pc:chgData name="Declan McMorrow" userId="S::declanmcmorrow@msletb.ie::f54a03fa-fb99-494e-8ddb-19cf65bddfea" providerId="AD" clId="Web-{F7DA4768-8A67-0224-BD1D-525252548E32}" dt="2025-07-21T10:57:21.829" v="262" actId="20577"/>
        <pc:sldMkLst>
          <pc:docMk/>
          <pc:sldMk cId="725342847" sldId="312"/>
        </pc:sldMkLst>
        <pc:spChg chg="mod">
          <ac:chgData name="Declan McMorrow" userId="S::declanmcmorrow@msletb.ie::f54a03fa-fb99-494e-8ddb-19cf65bddfea" providerId="AD" clId="Web-{F7DA4768-8A67-0224-BD1D-525252548E32}" dt="2025-07-21T10:57:16.407" v="258" actId="20577"/>
          <ac:spMkLst>
            <pc:docMk/>
            <pc:sldMk cId="725342847" sldId="312"/>
            <ac:spMk id="2" creationId="{0C9F4913-4F36-B18D-7758-79D1D6B4ADBA}"/>
          </ac:spMkLst>
        </pc:spChg>
        <pc:spChg chg="mod">
          <ac:chgData name="Declan McMorrow" userId="S::declanmcmorrow@msletb.ie::f54a03fa-fb99-494e-8ddb-19cf65bddfea" providerId="AD" clId="Web-{F7DA4768-8A67-0224-BD1D-525252548E32}" dt="2025-07-21T10:57:21.829" v="262" actId="20577"/>
          <ac:spMkLst>
            <pc:docMk/>
            <pc:sldMk cId="725342847" sldId="312"/>
            <ac:spMk id="3" creationId="{61170412-1E91-5FD5-DF50-D714340BAC73}"/>
          </ac:spMkLst>
        </pc:spChg>
      </pc:sldChg>
      <pc:sldChg chg="modSp new">
        <pc:chgData name="Declan McMorrow" userId="S::declanmcmorrow@msletb.ie::f54a03fa-fb99-494e-8ddb-19cf65bddfea" providerId="AD" clId="Web-{F7DA4768-8A67-0224-BD1D-525252548E32}" dt="2025-07-21T10:57:46.236" v="268" actId="20577"/>
        <pc:sldMkLst>
          <pc:docMk/>
          <pc:sldMk cId="1332354579" sldId="313"/>
        </pc:sldMkLst>
        <pc:spChg chg="mod">
          <ac:chgData name="Declan McMorrow" userId="S::declanmcmorrow@msletb.ie::f54a03fa-fb99-494e-8ddb-19cf65bddfea" providerId="AD" clId="Web-{F7DA4768-8A67-0224-BD1D-525252548E32}" dt="2025-07-21T10:57:28.407" v="264"/>
          <ac:spMkLst>
            <pc:docMk/>
            <pc:sldMk cId="1332354579" sldId="313"/>
            <ac:spMk id="2" creationId="{6960E34C-F0FB-53C3-9778-6058532B11BA}"/>
          </ac:spMkLst>
        </pc:spChg>
        <pc:spChg chg="mod">
          <ac:chgData name="Declan McMorrow" userId="S::declanmcmorrow@msletb.ie::f54a03fa-fb99-494e-8ddb-19cf65bddfea" providerId="AD" clId="Web-{F7DA4768-8A67-0224-BD1D-525252548E32}" dt="2025-07-21T10:57:46.236" v="268" actId="20577"/>
          <ac:spMkLst>
            <pc:docMk/>
            <pc:sldMk cId="1332354579" sldId="313"/>
            <ac:spMk id="3" creationId="{C1409768-7037-6895-B133-F7A2E3434A6D}"/>
          </ac:spMkLst>
        </pc:spChg>
      </pc:sldChg>
      <pc:sldChg chg="modSp new">
        <pc:chgData name="Declan McMorrow" userId="S::declanmcmorrow@msletb.ie::f54a03fa-fb99-494e-8ddb-19cf65bddfea" providerId="AD" clId="Web-{F7DA4768-8A67-0224-BD1D-525252548E32}" dt="2025-07-21T10:57:59.924" v="274" actId="20577"/>
        <pc:sldMkLst>
          <pc:docMk/>
          <pc:sldMk cId="1984677368" sldId="314"/>
        </pc:sldMkLst>
        <pc:spChg chg="mod">
          <ac:chgData name="Declan McMorrow" userId="S::declanmcmorrow@msletb.ie::f54a03fa-fb99-494e-8ddb-19cf65bddfea" providerId="AD" clId="Web-{F7DA4768-8A67-0224-BD1D-525252548E32}" dt="2025-07-21T10:57:51.689" v="270" actId="20577"/>
          <ac:spMkLst>
            <pc:docMk/>
            <pc:sldMk cId="1984677368" sldId="314"/>
            <ac:spMk id="2" creationId="{D200041D-A430-6422-F21F-10E12D4C2FE6}"/>
          </ac:spMkLst>
        </pc:spChg>
        <pc:spChg chg="mod">
          <ac:chgData name="Declan McMorrow" userId="S::declanmcmorrow@msletb.ie::f54a03fa-fb99-494e-8ddb-19cf65bddfea" providerId="AD" clId="Web-{F7DA4768-8A67-0224-BD1D-525252548E32}" dt="2025-07-21T10:57:59.924" v="274" actId="20577"/>
          <ac:spMkLst>
            <pc:docMk/>
            <pc:sldMk cId="1984677368" sldId="314"/>
            <ac:spMk id="3" creationId="{D93BC287-D6F5-668A-D116-65E323348DB7}"/>
          </ac:spMkLst>
        </pc:spChg>
      </pc:sldChg>
      <pc:sldChg chg="modSp new">
        <pc:chgData name="Declan McMorrow" userId="S::declanmcmorrow@msletb.ie::f54a03fa-fb99-494e-8ddb-19cf65bddfea" providerId="AD" clId="Web-{F7DA4768-8A67-0224-BD1D-525252548E32}" dt="2025-07-21T10:58:14.487" v="279" actId="20577"/>
        <pc:sldMkLst>
          <pc:docMk/>
          <pc:sldMk cId="3690782990" sldId="315"/>
        </pc:sldMkLst>
        <pc:spChg chg="mod">
          <ac:chgData name="Declan McMorrow" userId="S::declanmcmorrow@msletb.ie::f54a03fa-fb99-494e-8ddb-19cf65bddfea" providerId="AD" clId="Web-{F7DA4768-8A67-0224-BD1D-525252548E32}" dt="2025-07-21T10:58:08.456" v="276" actId="20577"/>
          <ac:spMkLst>
            <pc:docMk/>
            <pc:sldMk cId="3690782990" sldId="315"/>
            <ac:spMk id="2" creationId="{863722DE-EDCB-4924-E0FA-53973EC8E0F8}"/>
          </ac:spMkLst>
        </pc:spChg>
        <pc:spChg chg="mod">
          <ac:chgData name="Declan McMorrow" userId="S::declanmcmorrow@msletb.ie::f54a03fa-fb99-494e-8ddb-19cf65bddfea" providerId="AD" clId="Web-{F7DA4768-8A67-0224-BD1D-525252548E32}" dt="2025-07-21T10:58:14.487" v="279" actId="20577"/>
          <ac:spMkLst>
            <pc:docMk/>
            <pc:sldMk cId="3690782990" sldId="315"/>
            <ac:spMk id="3" creationId="{53752E23-289B-5F72-FFD4-A01F7C9B7B7D}"/>
          </ac:spMkLst>
        </pc:spChg>
      </pc:sldChg>
      <pc:sldChg chg="addSp delSp modSp new">
        <pc:chgData name="Declan McMorrow" userId="S::declanmcmorrow@msletb.ie::f54a03fa-fb99-494e-8ddb-19cf65bddfea" providerId="AD" clId="Web-{F7DA4768-8A67-0224-BD1D-525252548E32}" dt="2025-07-21T10:58:55.176" v="314"/>
        <pc:sldMkLst>
          <pc:docMk/>
          <pc:sldMk cId="1456875915" sldId="316"/>
        </pc:sldMkLst>
        <pc:spChg chg="mod">
          <ac:chgData name="Declan McMorrow" userId="S::declanmcmorrow@msletb.ie::f54a03fa-fb99-494e-8ddb-19cf65bddfea" providerId="AD" clId="Web-{F7DA4768-8A67-0224-BD1D-525252548E32}" dt="2025-07-21T10:58:30.956" v="289" actId="20577"/>
          <ac:spMkLst>
            <pc:docMk/>
            <pc:sldMk cId="1456875915" sldId="316"/>
            <ac:spMk id="2" creationId="{A6E3329E-B268-94E0-BEED-B6E7A3A8C90E}"/>
          </ac:spMkLst>
        </pc:spChg>
        <pc:spChg chg="del mod">
          <ac:chgData name="Declan McMorrow" userId="S::declanmcmorrow@msletb.ie::f54a03fa-fb99-494e-8ddb-19cf65bddfea" providerId="AD" clId="Web-{F7DA4768-8A67-0224-BD1D-525252548E32}" dt="2025-07-21T10:58:22.706" v="282"/>
          <ac:spMkLst>
            <pc:docMk/>
            <pc:sldMk cId="1456875915" sldId="316"/>
            <ac:spMk id="3" creationId="{1C3973A7-5770-3006-C1EE-AD73E92E395D}"/>
          </ac:spMkLst>
        </pc:spChg>
        <pc:spChg chg="add del mod">
          <ac:chgData name="Declan McMorrow" userId="S::declanmcmorrow@msletb.ie::f54a03fa-fb99-494e-8ddb-19cf65bddfea" providerId="AD" clId="Web-{F7DA4768-8A67-0224-BD1D-525252548E32}" dt="2025-07-21T10:58:27.097" v="286"/>
          <ac:spMkLst>
            <pc:docMk/>
            <pc:sldMk cId="1456875915" sldId="316"/>
            <ac:spMk id="6" creationId="{4F70EE65-B484-BBD5-FEDC-9E554B3B1713}"/>
          </ac:spMkLst>
        </pc:spChg>
        <pc:graphicFrameChg chg="add mod ord modGraphic">
          <ac:chgData name="Declan McMorrow" userId="S::declanmcmorrow@msletb.ie::f54a03fa-fb99-494e-8ddb-19cf65bddfea" providerId="AD" clId="Web-{F7DA4768-8A67-0224-BD1D-525252548E32}" dt="2025-07-21T10:58:55.176" v="314"/>
          <ac:graphicFrameMkLst>
            <pc:docMk/>
            <pc:sldMk cId="1456875915" sldId="316"/>
            <ac:graphicFrameMk id="5" creationId="{376F293C-6A4F-883F-1B75-46C251FB6CC8}"/>
          </ac:graphicFrameMkLst>
        </pc:graphicFrameChg>
      </pc:sldChg>
      <pc:sldChg chg="modSp new">
        <pc:chgData name="Declan McMorrow" userId="S::declanmcmorrow@msletb.ie::f54a03fa-fb99-494e-8ddb-19cf65bddfea" providerId="AD" clId="Web-{F7DA4768-8A67-0224-BD1D-525252548E32}" dt="2025-07-21T10:59:39.021" v="320" actId="20577"/>
        <pc:sldMkLst>
          <pc:docMk/>
          <pc:sldMk cId="1411150231" sldId="317"/>
        </pc:sldMkLst>
        <pc:spChg chg="mod">
          <ac:chgData name="Declan McMorrow" userId="S::declanmcmorrow@msletb.ie::f54a03fa-fb99-494e-8ddb-19cf65bddfea" providerId="AD" clId="Web-{F7DA4768-8A67-0224-BD1D-525252548E32}" dt="2025-07-21T10:59:28.458" v="316" actId="20577"/>
          <ac:spMkLst>
            <pc:docMk/>
            <pc:sldMk cId="1411150231" sldId="317"/>
            <ac:spMk id="2" creationId="{55AADC82-F3A8-C5D4-7F8E-DD795539EF0E}"/>
          </ac:spMkLst>
        </pc:spChg>
        <pc:spChg chg="mod">
          <ac:chgData name="Declan McMorrow" userId="S::declanmcmorrow@msletb.ie::f54a03fa-fb99-494e-8ddb-19cf65bddfea" providerId="AD" clId="Web-{F7DA4768-8A67-0224-BD1D-525252548E32}" dt="2025-07-21T10:59:39.021" v="320" actId="20577"/>
          <ac:spMkLst>
            <pc:docMk/>
            <pc:sldMk cId="1411150231" sldId="317"/>
            <ac:spMk id="3" creationId="{E80E1009-A17C-C626-B611-21B9D7A8C230}"/>
          </ac:spMkLst>
        </pc:spChg>
      </pc:sldChg>
      <pc:sldChg chg="modSp new">
        <pc:chgData name="Declan McMorrow" userId="S::declanmcmorrow@msletb.ie::f54a03fa-fb99-494e-8ddb-19cf65bddfea" providerId="AD" clId="Web-{F7DA4768-8A67-0224-BD1D-525252548E32}" dt="2025-07-21T11:20:47.262" v="336" actId="20577"/>
        <pc:sldMkLst>
          <pc:docMk/>
          <pc:sldMk cId="2283556325" sldId="318"/>
        </pc:sldMkLst>
        <pc:spChg chg="mod">
          <ac:chgData name="Declan McMorrow" userId="S::declanmcmorrow@msletb.ie::f54a03fa-fb99-494e-8ddb-19cf65bddfea" providerId="AD" clId="Web-{F7DA4768-8A67-0224-BD1D-525252548E32}" dt="2025-07-21T11:20:18.526" v="330" actId="20577"/>
          <ac:spMkLst>
            <pc:docMk/>
            <pc:sldMk cId="2283556325" sldId="318"/>
            <ac:spMk id="2" creationId="{4D8B3D30-F8F6-92FC-4633-6CAA33818CDC}"/>
          </ac:spMkLst>
        </pc:spChg>
        <pc:spChg chg="mod">
          <ac:chgData name="Declan McMorrow" userId="S::declanmcmorrow@msletb.ie::f54a03fa-fb99-494e-8ddb-19cf65bddfea" providerId="AD" clId="Web-{F7DA4768-8A67-0224-BD1D-525252548E32}" dt="2025-07-21T11:20:47.262" v="336" actId="20577"/>
          <ac:spMkLst>
            <pc:docMk/>
            <pc:sldMk cId="2283556325" sldId="318"/>
            <ac:spMk id="3" creationId="{1C696C36-3D1E-C279-CAD8-6389FAAB69DC}"/>
          </ac:spMkLst>
        </pc:spChg>
      </pc:sldChg>
      <pc:sldChg chg="modSp new mod modClrScheme chgLayout">
        <pc:chgData name="Declan McMorrow" userId="S::declanmcmorrow@msletb.ie::f54a03fa-fb99-494e-8ddb-19cf65bddfea" providerId="AD" clId="Web-{F7DA4768-8A67-0224-BD1D-525252548E32}" dt="2025-07-21T11:20:02.899" v="327" actId="20577"/>
        <pc:sldMkLst>
          <pc:docMk/>
          <pc:sldMk cId="685586601" sldId="319"/>
        </pc:sldMkLst>
        <pc:spChg chg="mod ord">
          <ac:chgData name="Declan McMorrow" userId="S::declanmcmorrow@msletb.ie::f54a03fa-fb99-494e-8ddb-19cf65bddfea" providerId="AD" clId="Web-{F7DA4768-8A67-0224-BD1D-525252548E32}" dt="2025-07-21T11:20:00.181" v="325" actId="20577"/>
          <ac:spMkLst>
            <pc:docMk/>
            <pc:sldMk cId="685586601" sldId="319"/>
            <ac:spMk id="2" creationId="{73368270-527E-9B06-F918-1DCA3ED3C43D}"/>
          </ac:spMkLst>
        </pc:spChg>
        <pc:spChg chg="mod ord">
          <ac:chgData name="Declan McMorrow" userId="S::declanmcmorrow@msletb.ie::f54a03fa-fb99-494e-8ddb-19cf65bddfea" providerId="AD" clId="Web-{F7DA4768-8A67-0224-BD1D-525252548E32}" dt="2025-07-21T11:20:02.899" v="327" actId="20577"/>
          <ac:spMkLst>
            <pc:docMk/>
            <pc:sldMk cId="685586601" sldId="319"/>
            <ac:spMk id="3" creationId="{4A3B40E1-F1A9-F6D2-6229-9107BFB1C479}"/>
          </ac:spMkLst>
        </pc:spChg>
      </pc:sldChg>
      <pc:sldChg chg="new del">
        <pc:chgData name="Declan McMorrow" userId="S::declanmcmorrow@msletb.ie::f54a03fa-fb99-494e-8ddb-19cf65bddfea" providerId="AD" clId="Web-{F7DA4768-8A67-0224-BD1D-525252548E32}" dt="2025-07-21T11:20:16.057" v="329"/>
        <pc:sldMkLst>
          <pc:docMk/>
          <pc:sldMk cId="711489224" sldId="320"/>
        </pc:sldMkLst>
      </pc:sldChg>
      <pc:sldChg chg="modSp new">
        <pc:chgData name="Declan McMorrow" userId="S::declanmcmorrow@msletb.ie::f54a03fa-fb99-494e-8ddb-19cf65bddfea" providerId="AD" clId="Web-{F7DA4768-8A67-0224-BD1D-525252548E32}" dt="2025-07-21T11:21:01.342" v="342" actId="20577"/>
        <pc:sldMkLst>
          <pc:docMk/>
          <pc:sldMk cId="2287739446" sldId="320"/>
        </pc:sldMkLst>
        <pc:spChg chg="mod">
          <ac:chgData name="Declan McMorrow" userId="S::declanmcmorrow@msletb.ie::f54a03fa-fb99-494e-8ddb-19cf65bddfea" providerId="AD" clId="Web-{F7DA4768-8A67-0224-BD1D-525252548E32}" dt="2025-07-21T11:20:58.544" v="339" actId="20577"/>
          <ac:spMkLst>
            <pc:docMk/>
            <pc:sldMk cId="2287739446" sldId="320"/>
            <ac:spMk id="2" creationId="{FF2D811E-01DA-9451-155B-6F1836D133E4}"/>
          </ac:spMkLst>
        </pc:spChg>
        <pc:spChg chg="mod">
          <ac:chgData name="Declan McMorrow" userId="S::declanmcmorrow@msletb.ie::f54a03fa-fb99-494e-8ddb-19cf65bddfea" providerId="AD" clId="Web-{F7DA4768-8A67-0224-BD1D-525252548E32}" dt="2025-07-21T11:21:01.342" v="342" actId="20577"/>
          <ac:spMkLst>
            <pc:docMk/>
            <pc:sldMk cId="2287739446" sldId="320"/>
            <ac:spMk id="3" creationId="{62996C2D-7012-3AE1-BE6B-5F80FC5AB658}"/>
          </ac:spMkLst>
        </pc:spChg>
      </pc:sldChg>
      <pc:sldChg chg="modSp new">
        <pc:chgData name="Declan McMorrow" userId="S::declanmcmorrow@msletb.ie::f54a03fa-fb99-494e-8ddb-19cf65bddfea" providerId="AD" clId="Web-{F7DA4768-8A67-0224-BD1D-525252548E32}" dt="2025-07-21T11:21:23.953" v="348" actId="20577"/>
        <pc:sldMkLst>
          <pc:docMk/>
          <pc:sldMk cId="3572347275" sldId="321"/>
        </pc:sldMkLst>
        <pc:spChg chg="mod">
          <ac:chgData name="Declan McMorrow" userId="S::declanmcmorrow@msletb.ie::f54a03fa-fb99-494e-8ddb-19cf65bddfea" providerId="AD" clId="Web-{F7DA4768-8A67-0224-BD1D-525252548E32}" dt="2025-07-21T11:21:09.076" v="344" actId="20577"/>
          <ac:spMkLst>
            <pc:docMk/>
            <pc:sldMk cId="3572347275" sldId="321"/>
            <ac:spMk id="2" creationId="{9D08B3E3-977F-7863-8BF0-A7F5845B042C}"/>
          </ac:spMkLst>
        </pc:spChg>
        <pc:spChg chg="mod">
          <ac:chgData name="Declan McMorrow" userId="S::declanmcmorrow@msletb.ie::f54a03fa-fb99-494e-8ddb-19cf65bddfea" providerId="AD" clId="Web-{F7DA4768-8A67-0224-BD1D-525252548E32}" dt="2025-07-21T11:21:23.953" v="348" actId="20577"/>
          <ac:spMkLst>
            <pc:docMk/>
            <pc:sldMk cId="3572347275" sldId="321"/>
            <ac:spMk id="3" creationId="{EB0E65D1-5841-400E-420A-98CBE8B3B43E}"/>
          </ac:spMkLst>
        </pc:spChg>
      </pc:sldChg>
      <pc:sldChg chg="modSp new">
        <pc:chgData name="Declan McMorrow" userId="S::declanmcmorrow@msletb.ie::f54a03fa-fb99-494e-8ddb-19cf65bddfea" providerId="AD" clId="Web-{F7DA4768-8A67-0224-BD1D-525252548E32}" dt="2025-07-21T11:21:42.267" v="353" actId="20577"/>
        <pc:sldMkLst>
          <pc:docMk/>
          <pc:sldMk cId="2073389414" sldId="322"/>
        </pc:sldMkLst>
        <pc:spChg chg="mod">
          <ac:chgData name="Declan McMorrow" userId="S::declanmcmorrow@msletb.ie::f54a03fa-fb99-494e-8ddb-19cf65bddfea" providerId="AD" clId="Web-{F7DA4768-8A67-0224-BD1D-525252548E32}" dt="2025-07-21T11:21:29.625" v="350" actId="20577"/>
          <ac:spMkLst>
            <pc:docMk/>
            <pc:sldMk cId="2073389414" sldId="322"/>
            <ac:spMk id="2" creationId="{EA810850-5132-7613-1584-CDBC0D47E17D}"/>
          </ac:spMkLst>
        </pc:spChg>
        <pc:spChg chg="mod">
          <ac:chgData name="Declan McMorrow" userId="S::declanmcmorrow@msletb.ie::f54a03fa-fb99-494e-8ddb-19cf65bddfea" providerId="AD" clId="Web-{F7DA4768-8A67-0224-BD1D-525252548E32}" dt="2025-07-21T11:21:42.267" v="353" actId="20577"/>
          <ac:spMkLst>
            <pc:docMk/>
            <pc:sldMk cId="2073389414" sldId="322"/>
            <ac:spMk id="3" creationId="{AF08F13B-F9B2-30AD-40EA-E241C4F77A6B}"/>
          </ac:spMkLst>
        </pc:spChg>
      </pc:sldChg>
      <pc:sldChg chg="modSp new">
        <pc:chgData name="Declan McMorrow" userId="S::declanmcmorrow@msletb.ie::f54a03fa-fb99-494e-8ddb-19cf65bddfea" providerId="AD" clId="Web-{F7DA4768-8A67-0224-BD1D-525252548E32}" dt="2025-07-21T11:22:04.878" v="358" actId="20577"/>
        <pc:sldMkLst>
          <pc:docMk/>
          <pc:sldMk cId="1286051026" sldId="323"/>
        </pc:sldMkLst>
        <pc:spChg chg="mod">
          <ac:chgData name="Declan McMorrow" userId="S::declanmcmorrow@msletb.ie::f54a03fa-fb99-494e-8ddb-19cf65bddfea" providerId="AD" clId="Web-{F7DA4768-8A67-0224-BD1D-525252548E32}" dt="2025-07-21T11:21:47.908" v="355" actId="20577"/>
          <ac:spMkLst>
            <pc:docMk/>
            <pc:sldMk cId="1286051026" sldId="323"/>
            <ac:spMk id="2" creationId="{1285E8E2-289C-4AFC-3DA0-87B0E3AFFDB1}"/>
          </ac:spMkLst>
        </pc:spChg>
        <pc:spChg chg="mod">
          <ac:chgData name="Declan McMorrow" userId="S::declanmcmorrow@msletb.ie::f54a03fa-fb99-494e-8ddb-19cf65bddfea" providerId="AD" clId="Web-{F7DA4768-8A67-0224-BD1D-525252548E32}" dt="2025-07-21T11:22:04.878" v="358" actId="20577"/>
          <ac:spMkLst>
            <pc:docMk/>
            <pc:sldMk cId="1286051026" sldId="323"/>
            <ac:spMk id="3" creationId="{0EFEEB9A-B990-D429-758A-EED0B9D332B8}"/>
          </ac:spMkLst>
        </pc:spChg>
      </pc:sldChg>
      <pc:sldChg chg="modSp new">
        <pc:chgData name="Declan McMorrow" userId="S::declanmcmorrow@msletb.ie::f54a03fa-fb99-494e-8ddb-19cf65bddfea" providerId="AD" clId="Web-{F7DA4768-8A67-0224-BD1D-525252548E32}" dt="2025-07-21T11:22:27.036" v="363" actId="20577"/>
        <pc:sldMkLst>
          <pc:docMk/>
          <pc:sldMk cId="3801504810" sldId="324"/>
        </pc:sldMkLst>
        <pc:spChg chg="mod">
          <ac:chgData name="Declan McMorrow" userId="S::declanmcmorrow@msletb.ie::f54a03fa-fb99-494e-8ddb-19cf65bddfea" providerId="AD" clId="Web-{F7DA4768-8A67-0224-BD1D-525252548E32}" dt="2025-07-21T11:22:11.472" v="360" actId="20577"/>
          <ac:spMkLst>
            <pc:docMk/>
            <pc:sldMk cId="3801504810" sldId="324"/>
            <ac:spMk id="2" creationId="{1F53C2A8-C735-BA56-805D-F3A20A3D8BFA}"/>
          </ac:spMkLst>
        </pc:spChg>
        <pc:spChg chg="mod">
          <ac:chgData name="Declan McMorrow" userId="S::declanmcmorrow@msletb.ie::f54a03fa-fb99-494e-8ddb-19cf65bddfea" providerId="AD" clId="Web-{F7DA4768-8A67-0224-BD1D-525252548E32}" dt="2025-07-21T11:22:27.036" v="363" actId="20577"/>
          <ac:spMkLst>
            <pc:docMk/>
            <pc:sldMk cId="3801504810" sldId="324"/>
            <ac:spMk id="3" creationId="{EE1E3CFC-FB0E-E4C8-7651-C357DA0BDD53}"/>
          </ac:spMkLst>
        </pc:spChg>
      </pc:sldChg>
      <pc:sldChg chg="modSp new">
        <pc:chgData name="Declan McMorrow" userId="S::declanmcmorrow@msletb.ie::f54a03fa-fb99-494e-8ddb-19cf65bddfea" providerId="AD" clId="Web-{F7DA4768-8A67-0224-BD1D-525252548E32}" dt="2025-07-21T11:22:39.083" v="368" actId="20577"/>
        <pc:sldMkLst>
          <pc:docMk/>
          <pc:sldMk cId="1273648441" sldId="325"/>
        </pc:sldMkLst>
        <pc:spChg chg="mod">
          <ac:chgData name="Declan McMorrow" userId="S::declanmcmorrow@msletb.ie::f54a03fa-fb99-494e-8ddb-19cf65bddfea" providerId="AD" clId="Web-{F7DA4768-8A67-0224-BD1D-525252548E32}" dt="2025-07-21T11:22:29.630" v="365" actId="20577"/>
          <ac:spMkLst>
            <pc:docMk/>
            <pc:sldMk cId="1273648441" sldId="325"/>
            <ac:spMk id="2" creationId="{EAE5EBE5-1A5C-8274-2943-A1C0F25A5B00}"/>
          </ac:spMkLst>
        </pc:spChg>
        <pc:spChg chg="mod">
          <ac:chgData name="Declan McMorrow" userId="S::declanmcmorrow@msletb.ie::f54a03fa-fb99-494e-8ddb-19cf65bddfea" providerId="AD" clId="Web-{F7DA4768-8A67-0224-BD1D-525252548E32}" dt="2025-07-21T11:22:39.083" v="368" actId="20577"/>
          <ac:spMkLst>
            <pc:docMk/>
            <pc:sldMk cId="1273648441" sldId="325"/>
            <ac:spMk id="3" creationId="{CCA5B418-B657-2C1E-EFBF-51A5CEA8DECF}"/>
          </ac:spMkLst>
        </pc:spChg>
      </pc:sldChg>
      <pc:sldChg chg="modSp new">
        <pc:chgData name="Declan McMorrow" userId="S::declanmcmorrow@msletb.ie::f54a03fa-fb99-494e-8ddb-19cf65bddfea" providerId="AD" clId="Web-{F7DA4768-8A67-0224-BD1D-525252548E32}" dt="2025-07-21T11:23:01.476" v="373" actId="20577"/>
        <pc:sldMkLst>
          <pc:docMk/>
          <pc:sldMk cId="2805411177" sldId="326"/>
        </pc:sldMkLst>
        <pc:spChg chg="mod">
          <ac:chgData name="Declan McMorrow" userId="S::declanmcmorrow@msletb.ie::f54a03fa-fb99-494e-8ddb-19cf65bddfea" providerId="AD" clId="Web-{F7DA4768-8A67-0224-BD1D-525252548E32}" dt="2025-07-21T11:22:44.865" v="370" actId="20577"/>
          <ac:spMkLst>
            <pc:docMk/>
            <pc:sldMk cId="2805411177" sldId="326"/>
            <ac:spMk id="2" creationId="{B049C342-9433-8C3C-B947-9580C90777FA}"/>
          </ac:spMkLst>
        </pc:spChg>
        <pc:spChg chg="mod">
          <ac:chgData name="Declan McMorrow" userId="S::declanmcmorrow@msletb.ie::f54a03fa-fb99-494e-8ddb-19cf65bddfea" providerId="AD" clId="Web-{F7DA4768-8A67-0224-BD1D-525252548E32}" dt="2025-07-21T11:23:01.476" v="373" actId="20577"/>
          <ac:spMkLst>
            <pc:docMk/>
            <pc:sldMk cId="2805411177" sldId="326"/>
            <ac:spMk id="3" creationId="{8A613FA7-917F-5369-6C8C-70F32D2400A4}"/>
          </ac:spMkLst>
        </pc:spChg>
      </pc:sldChg>
      <pc:sldChg chg="addSp modSp new mod modClrScheme chgLayout">
        <pc:chgData name="Declan McMorrow" userId="S::declanmcmorrow@msletb.ie::f54a03fa-fb99-494e-8ddb-19cf65bddfea" providerId="AD" clId="Web-{F7DA4768-8A67-0224-BD1D-525252548E32}" dt="2025-07-21T11:26:02.865" v="403"/>
        <pc:sldMkLst>
          <pc:docMk/>
          <pc:sldMk cId="4219743980" sldId="327"/>
        </pc:sldMkLst>
        <pc:spChg chg="mod ord">
          <ac:chgData name="Declan McMorrow" userId="S::declanmcmorrow@msletb.ie::f54a03fa-fb99-494e-8ddb-19cf65bddfea" providerId="AD" clId="Web-{F7DA4768-8A67-0224-BD1D-525252548E32}" dt="2025-07-21T11:25:39.957" v="397"/>
          <ac:spMkLst>
            <pc:docMk/>
            <pc:sldMk cId="4219743980" sldId="327"/>
            <ac:spMk id="2" creationId="{345616FB-E4A6-D939-6DDD-103686C47203}"/>
          </ac:spMkLst>
        </pc:spChg>
        <pc:spChg chg="mod ord">
          <ac:chgData name="Declan McMorrow" userId="S::declanmcmorrow@msletb.ie::f54a03fa-fb99-494e-8ddb-19cf65bddfea" providerId="AD" clId="Web-{F7DA4768-8A67-0224-BD1D-525252548E32}" dt="2025-07-21T11:26:02.818" v="402"/>
          <ac:spMkLst>
            <pc:docMk/>
            <pc:sldMk cId="4219743980" sldId="327"/>
            <ac:spMk id="3" creationId="{915D8F02-3CD3-9728-B756-3A43BBA43C51}"/>
          </ac:spMkLst>
        </pc:spChg>
        <pc:spChg chg="add mod ord">
          <ac:chgData name="Declan McMorrow" userId="S::declanmcmorrow@msletb.ie::f54a03fa-fb99-494e-8ddb-19cf65bddfea" providerId="AD" clId="Web-{F7DA4768-8A67-0224-BD1D-525252548E32}" dt="2025-07-21T11:26:02.865" v="403"/>
          <ac:spMkLst>
            <pc:docMk/>
            <pc:sldMk cId="4219743980" sldId="327"/>
            <ac:spMk id="4" creationId="{CF433556-98E3-7D6E-A765-0DB52987BA38}"/>
          </ac:spMkLst>
        </pc:spChg>
      </pc:sldChg>
      <pc:sldChg chg="modSp new mod modClrScheme chgLayout">
        <pc:chgData name="Declan McMorrow" userId="S::declanmcmorrow@msletb.ie::f54a03fa-fb99-494e-8ddb-19cf65bddfea" providerId="AD" clId="Web-{F7DA4768-8A67-0224-BD1D-525252548E32}" dt="2025-07-21T11:26:27.867" v="407" actId="20577"/>
        <pc:sldMkLst>
          <pc:docMk/>
          <pc:sldMk cId="3470797321" sldId="328"/>
        </pc:sldMkLst>
        <pc:spChg chg="mod ord">
          <ac:chgData name="Declan McMorrow" userId="S::declanmcmorrow@msletb.ie::f54a03fa-fb99-494e-8ddb-19cf65bddfea" providerId="AD" clId="Web-{F7DA4768-8A67-0224-BD1D-525252548E32}" dt="2025-07-21T11:26:27.086" v="406" actId="20577"/>
          <ac:spMkLst>
            <pc:docMk/>
            <pc:sldMk cId="3470797321" sldId="328"/>
            <ac:spMk id="2" creationId="{25113B59-4858-71E9-EBA9-61F17C5E8C05}"/>
          </ac:spMkLst>
        </pc:spChg>
        <pc:spChg chg="mod ord">
          <ac:chgData name="Declan McMorrow" userId="S::declanmcmorrow@msletb.ie::f54a03fa-fb99-494e-8ddb-19cf65bddfea" providerId="AD" clId="Web-{F7DA4768-8A67-0224-BD1D-525252548E32}" dt="2025-07-21T11:26:27.867" v="407" actId="20577"/>
          <ac:spMkLst>
            <pc:docMk/>
            <pc:sldMk cId="3470797321" sldId="328"/>
            <ac:spMk id="3" creationId="{514235E9-663B-7869-679C-CA4EEFBB3036}"/>
          </ac:spMkLst>
        </pc:spChg>
      </pc:sldChg>
      <pc:sldChg chg="modSp new mod modClrScheme chgLayout">
        <pc:chgData name="Declan McMorrow" userId="S::declanmcmorrow@msletb.ie::f54a03fa-fb99-494e-8ddb-19cf65bddfea" providerId="AD" clId="Web-{F7DA4768-8A67-0224-BD1D-525252548E32}" dt="2025-07-21T11:27:08.698" v="415" actId="20577"/>
        <pc:sldMkLst>
          <pc:docMk/>
          <pc:sldMk cId="3660528465" sldId="329"/>
        </pc:sldMkLst>
        <pc:spChg chg="mod ord">
          <ac:chgData name="Declan McMorrow" userId="S::declanmcmorrow@msletb.ie::f54a03fa-fb99-494e-8ddb-19cf65bddfea" providerId="AD" clId="Web-{F7DA4768-8A67-0224-BD1D-525252548E32}" dt="2025-07-21T11:26:49.650" v="411" actId="20577"/>
          <ac:spMkLst>
            <pc:docMk/>
            <pc:sldMk cId="3660528465" sldId="329"/>
            <ac:spMk id="2" creationId="{8DB5D9E0-D675-5C53-BF5A-850219CA3AF2}"/>
          </ac:spMkLst>
        </pc:spChg>
        <pc:spChg chg="mod ord">
          <ac:chgData name="Declan McMorrow" userId="S::declanmcmorrow@msletb.ie::f54a03fa-fb99-494e-8ddb-19cf65bddfea" providerId="AD" clId="Web-{F7DA4768-8A67-0224-BD1D-525252548E32}" dt="2025-07-21T11:27:08.698" v="415" actId="20577"/>
          <ac:spMkLst>
            <pc:docMk/>
            <pc:sldMk cId="3660528465" sldId="329"/>
            <ac:spMk id="3" creationId="{EEFD789C-E5CF-0CD9-9EF4-380108A332D2}"/>
          </ac:spMkLst>
        </pc:spChg>
      </pc:sldChg>
      <pc:sldChg chg="addSp modSp new mod setBg">
        <pc:chgData name="Declan McMorrow" userId="S::declanmcmorrow@msletb.ie::f54a03fa-fb99-494e-8ddb-19cf65bddfea" providerId="AD" clId="Web-{F7DA4768-8A67-0224-BD1D-525252548E32}" dt="2025-07-21T11:41:56.455" v="581"/>
        <pc:sldMkLst>
          <pc:docMk/>
          <pc:sldMk cId="3192504763" sldId="330"/>
        </pc:sldMkLst>
        <pc:spChg chg="mod">
          <ac:chgData name="Declan McMorrow" userId="S::declanmcmorrow@msletb.ie::f54a03fa-fb99-494e-8ddb-19cf65bddfea" providerId="AD" clId="Web-{F7DA4768-8A67-0224-BD1D-525252548E32}" dt="2025-07-21T11:41:53.376" v="580" actId="14100"/>
          <ac:spMkLst>
            <pc:docMk/>
            <pc:sldMk cId="3192504763" sldId="330"/>
            <ac:spMk id="2" creationId="{5CC2FD37-09C8-5DDC-0C86-62AEDDCB6401}"/>
          </ac:spMkLst>
        </pc:spChg>
        <pc:spChg chg="mod">
          <ac:chgData name="Declan McMorrow" userId="S::declanmcmorrow@msletb.ie::f54a03fa-fb99-494e-8ddb-19cf65bddfea" providerId="AD" clId="Web-{F7DA4768-8A67-0224-BD1D-525252548E32}" dt="2025-07-21T11:41:56.455" v="581"/>
          <ac:spMkLst>
            <pc:docMk/>
            <pc:sldMk cId="3192504763" sldId="330"/>
            <ac:spMk id="3" creationId="{86690B0C-5408-27A5-D8FC-C19F7DA5A29F}"/>
          </ac:spMkLst>
        </pc:spChg>
        <pc:spChg chg="add">
          <ac:chgData name="Declan McMorrow" userId="S::declanmcmorrow@msletb.ie::f54a03fa-fb99-494e-8ddb-19cf65bddfea" providerId="AD" clId="Web-{F7DA4768-8A67-0224-BD1D-525252548E32}" dt="2025-07-21T11:34:02.496" v="491"/>
          <ac:spMkLst>
            <pc:docMk/>
            <pc:sldMk cId="3192504763" sldId="330"/>
            <ac:spMk id="9" creationId="{3CED7894-4F62-4A6C-8DB5-DB5BE08E9C03}"/>
          </ac:spMkLst>
        </pc:spChg>
        <pc:spChg chg="add">
          <ac:chgData name="Declan McMorrow" userId="S::declanmcmorrow@msletb.ie::f54a03fa-fb99-494e-8ddb-19cf65bddfea" providerId="AD" clId="Web-{F7DA4768-8A67-0224-BD1D-525252548E32}" dt="2025-07-21T11:34:02.496" v="491"/>
          <ac:spMkLst>
            <pc:docMk/>
            <pc:sldMk cId="3192504763" sldId="330"/>
            <ac:spMk id="11" creationId="{E536F3B4-50F6-4C52-8F76-4EB1214719DC}"/>
          </ac:spMkLst>
        </pc:spChg>
        <pc:picChg chg="add mod">
          <ac:chgData name="Declan McMorrow" userId="S::declanmcmorrow@msletb.ie::f54a03fa-fb99-494e-8ddb-19cf65bddfea" providerId="AD" clId="Web-{F7DA4768-8A67-0224-BD1D-525252548E32}" dt="2025-07-21T11:34:19.169" v="505" actId="1076"/>
          <ac:picMkLst>
            <pc:docMk/>
            <pc:sldMk cId="3192504763" sldId="330"/>
            <ac:picMk id="4" creationId="{94B5B35F-4EA2-AF5D-F24A-2AB7F8BDFE64}"/>
          </ac:picMkLst>
        </pc:picChg>
      </pc:sldChg>
      <pc:sldChg chg="addSp modSp new mod setBg setClrOvrMap">
        <pc:chgData name="Declan McMorrow" userId="S::declanmcmorrow@msletb.ie::f54a03fa-fb99-494e-8ddb-19cf65bddfea" providerId="AD" clId="Web-{F7DA4768-8A67-0224-BD1D-525252548E32}" dt="2025-07-21T11:42:03.362" v="584"/>
        <pc:sldMkLst>
          <pc:docMk/>
          <pc:sldMk cId="2028164638" sldId="331"/>
        </pc:sldMkLst>
        <pc:spChg chg="mod">
          <ac:chgData name="Declan McMorrow" userId="S::declanmcmorrow@msletb.ie::f54a03fa-fb99-494e-8ddb-19cf65bddfea" providerId="AD" clId="Web-{F7DA4768-8A67-0224-BD1D-525252548E32}" dt="2025-07-21T11:41:48.407" v="579" actId="14100"/>
          <ac:spMkLst>
            <pc:docMk/>
            <pc:sldMk cId="2028164638" sldId="331"/>
            <ac:spMk id="2" creationId="{D0F605AD-1080-84A4-D300-06A92494F027}"/>
          </ac:spMkLst>
        </pc:spChg>
        <pc:spChg chg="mod">
          <ac:chgData name="Declan McMorrow" userId="S::declanmcmorrow@msletb.ie::f54a03fa-fb99-494e-8ddb-19cf65bddfea" providerId="AD" clId="Web-{F7DA4768-8A67-0224-BD1D-525252548E32}" dt="2025-07-21T11:42:03.362" v="584"/>
          <ac:spMkLst>
            <pc:docMk/>
            <pc:sldMk cId="2028164638" sldId="331"/>
            <ac:spMk id="3" creationId="{DF31AAFA-CA6F-6A0E-1F9D-62D209F3A9D0}"/>
          </ac:spMkLst>
        </pc:spChg>
        <pc:spChg chg="add">
          <ac:chgData name="Declan McMorrow" userId="S::declanmcmorrow@msletb.ie::f54a03fa-fb99-494e-8ddb-19cf65bddfea" providerId="AD" clId="Web-{F7DA4768-8A67-0224-BD1D-525252548E32}" dt="2025-07-21T11:41:21.655" v="573"/>
          <ac:spMkLst>
            <pc:docMk/>
            <pc:sldMk cId="2028164638" sldId="331"/>
            <ac:spMk id="9" creationId="{1BB56EB9-078F-4952-AC1F-149C7A0AE4D5}"/>
          </ac:spMkLst>
        </pc:spChg>
        <pc:spChg chg="add">
          <ac:chgData name="Declan McMorrow" userId="S::declanmcmorrow@msletb.ie::f54a03fa-fb99-494e-8ddb-19cf65bddfea" providerId="AD" clId="Web-{F7DA4768-8A67-0224-BD1D-525252548E32}" dt="2025-07-21T11:41:21.655" v="573"/>
          <ac:spMkLst>
            <pc:docMk/>
            <pc:sldMk cId="2028164638" sldId="331"/>
            <ac:spMk id="11" creationId="{10058680-D07C-4893-B2B7-91543F18AB32}"/>
          </ac:spMkLst>
        </pc:spChg>
        <pc:spChg chg="add">
          <ac:chgData name="Declan McMorrow" userId="S::declanmcmorrow@msletb.ie::f54a03fa-fb99-494e-8ddb-19cf65bddfea" providerId="AD" clId="Web-{F7DA4768-8A67-0224-BD1D-525252548E32}" dt="2025-07-21T11:41:21.655" v="573"/>
          <ac:spMkLst>
            <pc:docMk/>
            <pc:sldMk cId="2028164638" sldId="331"/>
            <ac:spMk id="13" creationId="{7B42427A-0A1F-4A55-8705-D9179F1E0CFB}"/>
          </ac:spMkLst>
        </pc:spChg>
        <pc:spChg chg="add">
          <ac:chgData name="Declan McMorrow" userId="S::declanmcmorrow@msletb.ie::f54a03fa-fb99-494e-8ddb-19cf65bddfea" providerId="AD" clId="Web-{F7DA4768-8A67-0224-BD1D-525252548E32}" dt="2025-07-21T11:41:21.655" v="573"/>
          <ac:spMkLst>
            <pc:docMk/>
            <pc:sldMk cId="2028164638" sldId="331"/>
            <ac:spMk id="15" creationId="{EE54A6FE-D8CB-48A3-900B-053D4EBD3B85}"/>
          </ac:spMkLst>
        </pc:spChg>
        <pc:picChg chg="add mod">
          <ac:chgData name="Declan McMorrow" userId="S::declanmcmorrow@msletb.ie::f54a03fa-fb99-494e-8ddb-19cf65bddfea" providerId="AD" clId="Web-{F7DA4768-8A67-0224-BD1D-525252548E32}" dt="2025-07-21T11:41:39.453" v="576"/>
          <ac:picMkLst>
            <pc:docMk/>
            <pc:sldMk cId="2028164638" sldId="331"/>
            <ac:picMk id="4" creationId="{4FBB72C2-211C-AEEB-1EBB-C6CBE6E143B0}"/>
          </ac:picMkLst>
        </pc:picChg>
      </pc:sldChg>
      <pc:sldChg chg="modSp new">
        <pc:chgData name="Declan McMorrow" userId="S::declanmcmorrow@msletb.ie::f54a03fa-fb99-494e-8ddb-19cf65bddfea" providerId="AD" clId="Web-{F7DA4768-8A67-0224-BD1D-525252548E32}" dt="2025-07-21T11:27:52.467" v="432" actId="20577"/>
        <pc:sldMkLst>
          <pc:docMk/>
          <pc:sldMk cId="3736504916" sldId="332"/>
        </pc:sldMkLst>
        <pc:spChg chg="mod">
          <ac:chgData name="Declan McMorrow" userId="S::declanmcmorrow@msletb.ie::f54a03fa-fb99-494e-8ddb-19cf65bddfea" providerId="AD" clId="Web-{F7DA4768-8A67-0224-BD1D-525252548E32}" dt="2025-07-21T11:27:49.358" v="429" actId="20577"/>
          <ac:spMkLst>
            <pc:docMk/>
            <pc:sldMk cId="3736504916" sldId="332"/>
            <ac:spMk id="2" creationId="{6259ABA1-6544-E1E0-7D9B-C89B0EBBECD1}"/>
          </ac:spMkLst>
        </pc:spChg>
        <pc:spChg chg="mod">
          <ac:chgData name="Declan McMorrow" userId="S::declanmcmorrow@msletb.ie::f54a03fa-fb99-494e-8ddb-19cf65bddfea" providerId="AD" clId="Web-{F7DA4768-8A67-0224-BD1D-525252548E32}" dt="2025-07-21T11:27:52.467" v="432" actId="20577"/>
          <ac:spMkLst>
            <pc:docMk/>
            <pc:sldMk cId="3736504916" sldId="332"/>
            <ac:spMk id="3" creationId="{0BCA0D1C-0BDE-9D1F-7F88-E87E682E889B}"/>
          </ac:spMkLst>
        </pc:spChg>
      </pc:sldChg>
      <pc:sldChg chg="modSp new">
        <pc:chgData name="Declan McMorrow" userId="S::declanmcmorrow@msletb.ie::f54a03fa-fb99-494e-8ddb-19cf65bddfea" providerId="AD" clId="Web-{F7DA4768-8A67-0224-BD1D-525252548E32}" dt="2025-07-21T11:28:05.062" v="436" actId="20577"/>
        <pc:sldMkLst>
          <pc:docMk/>
          <pc:sldMk cId="2213696785" sldId="333"/>
        </pc:sldMkLst>
        <pc:spChg chg="mod">
          <ac:chgData name="Declan McMorrow" userId="S::declanmcmorrow@msletb.ie::f54a03fa-fb99-494e-8ddb-19cf65bddfea" providerId="AD" clId="Web-{F7DA4768-8A67-0224-BD1D-525252548E32}" dt="2025-07-21T11:27:58.515" v="434" actId="20577"/>
          <ac:spMkLst>
            <pc:docMk/>
            <pc:sldMk cId="2213696785" sldId="333"/>
            <ac:spMk id="2" creationId="{681C4554-4EAC-D71D-73D5-0667AA2499E3}"/>
          </ac:spMkLst>
        </pc:spChg>
        <pc:spChg chg="mod">
          <ac:chgData name="Declan McMorrow" userId="S::declanmcmorrow@msletb.ie::f54a03fa-fb99-494e-8ddb-19cf65bddfea" providerId="AD" clId="Web-{F7DA4768-8A67-0224-BD1D-525252548E32}" dt="2025-07-21T11:28:05.062" v="436" actId="20577"/>
          <ac:spMkLst>
            <pc:docMk/>
            <pc:sldMk cId="2213696785" sldId="333"/>
            <ac:spMk id="3" creationId="{AFE3EEE8-CC6A-3EA5-EABF-FC96BEC7595C}"/>
          </ac:spMkLst>
        </pc:spChg>
      </pc:sldChg>
      <pc:sldChg chg="modSp new">
        <pc:chgData name="Declan McMorrow" userId="S::declanmcmorrow@msletb.ie::f54a03fa-fb99-494e-8ddb-19cf65bddfea" providerId="AD" clId="Web-{F7DA4768-8A67-0224-BD1D-525252548E32}" dt="2025-07-21T11:28:22.907" v="442" actId="20577"/>
        <pc:sldMkLst>
          <pc:docMk/>
          <pc:sldMk cId="3472106093" sldId="334"/>
        </pc:sldMkLst>
        <pc:spChg chg="mod">
          <ac:chgData name="Declan McMorrow" userId="S::declanmcmorrow@msletb.ie::f54a03fa-fb99-494e-8ddb-19cf65bddfea" providerId="AD" clId="Web-{F7DA4768-8A67-0224-BD1D-525252548E32}" dt="2025-07-21T11:28:11.406" v="438" actId="20577"/>
          <ac:spMkLst>
            <pc:docMk/>
            <pc:sldMk cId="3472106093" sldId="334"/>
            <ac:spMk id="2" creationId="{1EBD42A7-5722-F228-58F3-2263E232C7BA}"/>
          </ac:spMkLst>
        </pc:spChg>
        <pc:spChg chg="mod">
          <ac:chgData name="Declan McMorrow" userId="S::declanmcmorrow@msletb.ie::f54a03fa-fb99-494e-8ddb-19cf65bddfea" providerId="AD" clId="Web-{F7DA4768-8A67-0224-BD1D-525252548E32}" dt="2025-07-21T11:28:22.907" v="442" actId="20577"/>
          <ac:spMkLst>
            <pc:docMk/>
            <pc:sldMk cId="3472106093" sldId="334"/>
            <ac:spMk id="3" creationId="{BAA36B32-8751-18AB-9CCD-D182CA1C90DF}"/>
          </ac:spMkLst>
        </pc:spChg>
      </pc:sldChg>
      <pc:sldChg chg="modSp new">
        <pc:chgData name="Declan McMorrow" userId="S::declanmcmorrow@msletb.ie::f54a03fa-fb99-494e-8ddb-19cf65bddfea" providerId="AD" clId="Web-{F7DA4768-8A67-0224-BD1D-525252548E32}" dt="2025-07-21T11:28:37.236" v="448" actId="20577"/>
        <pc:sldMkLst>
          <pc:docMk/>
          <pc:sldMk cId="1362922714" sldId="335"/>
        </pc:sldMkLst>
        <pc:spChg chg="mod">
          <ac:chgData name="Declan McMorrow" userId="S::declanmcmorrow@msletb.ie::f54a03fa-fb99-494e-8ddb-19cf65bddfea" providerId="AD" clId="Web-{F7DA4768-8A67-0224-BD1D-525252548E32}" dt="2025-07-21T11:28:28.876" v="444" actId="20577"/>
          <ac:spMkLst>
            <pc:docMk/>
            <pc:sldMk cId="1362922714" sldId="335"/>
            <ac:spMk id="2" creationId="{921AC442-2C0B-5087-52AF-AF95D25D5F9B}"/>
          </ac:spMkLst>
        </pc:spChg>
        <pc:spChg chg="mod">
          <ac:chgData name="Declan McMorrow" userId="S::declanmcmorrow@msletb.ie::f54a03fa-fb99-494e-8ddb-19cf65bddfea" providerId="AD" clId="Web-{F7DA4768-8A67-0224-BD1D-525252548E32}" dt="2025-07-21T11:28:37.236" v="448" actId="20577"/>
          <ac:spMkLst>
            <pc:docMk/>
            <pc:sldMk cId="1362922714" sldId="335"/>
            <ac:spMk id="3" creationId="{9A8065C2-4FCA-F268-971F-9AFF93200FA6}"/>
          </ac:spMkLst>
        </pc:spChg>
      </pc:sldChg>
      <pc:sldChg chg="modSp new">
        <pc:chgData name="Declan McMorrow" userId="S::declanmcmorrow@msletb.ie::f54a03fa-fb99-494e-8ddb-19cf65bddfea" providerId="AD" clId="Web-{F7DA4768-8A67-0224-BD1D-525252548E32}" dt="2025-07-21T11:28:54.331" v="454" actId="20577"/>
        <pc:sldMkLst>
          <pc:docMk/>
          <pc:sldMk cId="1727785897" sldId="336"/>
        </pc:sldMkLst>
        <pc:spChg chg="mod">
          <ac:chgData name="Declan McMorrow" userId="S::declanmcmorrow@msletb.ie::f54a03fa-fb99-494e-8ddb-19cf65bddfea" providerId="AD" clId="Web-{F7DA4768-8A67-0224-BD1D-525252548E32}" dt="2025-07-21T11:28:50.831" v="451" actId="20577"/>
          <ac:spMkLst>
            <pc:docMk/>
            <pc:sldMk cId="1727785897" sldId="336"/>
            <ac:spMk id="2" creationId="{934D3D64-1969-6061-438B-415A1F9B07F1}"/>
          </ac:spMkLst>
        </pc:spChg>
        <pc:spChg chg="mod">
          <ac:chgData name="Declan McMorrow" userId="S::declanmcmorrow@msletb.ie::f54a03fa-fb99-494e-8ddb-19cf65bddfea" providerId="AD" clId="Web-{F7DA4768-8A67-0224-BD1D-525252548E32}" dt="2025-07-21T11:28:54.331" v="454" actId="20577"/>
          <ac:spMkLst>
            <pc:docMk/>
            <pc:sldMk cId="1727785897" sldId="336"/>
            <ac:spMk id="3" creationId="{03730E11-F4B5-E2AF-1B53-5329706786C9}"/>
          </ac:spMkLst>
        </pc:spChg>
      </pc:sldChg>
      <pc:sldChg chg="modSp new">
        <pc:chgData name="Declan McMorrow" userId="S::declanmcmorrow@msletb.ie::f54a03fa-fb99-494e-8ddb-19cf65bddfea" providerId="AD" clId="Web-{F7DA4768-8A67-0224-BD1D-525252548E32}" dt="2025-07-21T11:29:14.677" v="462" actId="20577"/>
        <pc:sldMkLst>
          <pc:docMk/>
          <pc:sldMk cId="2702119425" sldId="337"/>
        </pc:sldMkLst>
        <pc:spChg chg="mod">
          <ac:chgData name="Declan McMorrow" userId="S::declanmcmorrow@msletb.ie::f54a03fa-fb99-494e-8ddb-19cf65bddfea" providerId="AD" clId="Web-{F7DA4768-8A67-0224-BD1D-525252548E32}" dt="2025-07-21T11:29:14.677" v="462" actId="20577"/>
          <ac:spMkLst>
            <pc:docMk/>
            <pc:sldMk cId="2702119425" sldId="337"/>
            <ac:spMk id="2" creationId="{60675DBE-18FD-8AFC-9520-07DCC4769170}"/>
          </ac:spMkLst>
        </pc:spChg>
        <pc:spChg chg="mod">
          <ac:chgData name="Declan McMorrow" userId="S::declanmcmorrow@msletb.ie::f54a03fa-fb99-494e-8ddb-19cf65bddfea" providerId="AD" clId="Web-{F7DA4768-8A67-0224-BD1D-525252548E32}" dt="2025-07-21T11:29:07.645" v="459" actId="20577"/>
          <ac:spMkLst>
            <pc:docMk/>
            <pc:sldMk cId="2702119425" sldId="337"/>
            <ac:spMk id="3" creationId="{BC09CB09-7152-42A7-5C0F-6F7C2CA49D35}"/>
          </ac:spMkLst>
        </pc:spChg>
      </pc:sldChg>
      <pc:sldChg chg="modSp new">
        <pc:chgData name="Declan McMorrow" userId="S::declanmcmorrow@msletb.ie::f54a03fa-fb99-494e-8ddb-19cf65bddfea" providerId="AD" clId="Web-{F7DA4768-8A67-0224-BD1D-525252548E32}" dt="2025-07-21T11:30:10.103" v="475" actId="20577"/>
        <pc:sldMkLst>
          <pc:docMk/>
          <pc:sldMk cId="597801068" sldId="338"/>
        </pc:sldMkLst>
        <pc:spChg chg="mod">
          <ac:chgData name="Declan McMorrow" userId="S::declanmcmorrow@msletb.ie::f54a03fa-fb99-494e-8ddb-19cf65bddfea" providerId="AD" clId="Web-{F7DA4768-8A67-0224-BD1D-525252548E32}" dt="2025-07-21T11:29:29.990" v="465" actId="20577"/>
          <ac:spMkLst>
            <pc:docMk/>
            <pc:sldMk cId="597801068" sldId="338"/>
            <ac:spMk id="2" creationId="{D7FFB474-0741-5B59-C672-EF0175D0D150}"/>
          </ac:spMkLst>
        </pc:spChg>
        <pc:spChg chg="mod">
          <ac:chgData name="Declan McMorrow" userId="S::declanmcmorrow@msletb.ie::f54a03fa-fb99-494e-8ddb-19cf65bddfea" providerId="AD" clId="Web-{F7DA4768-8A67-0224-BD1D-525252548E32}" dt="2025-07-21T11:30:10.103" v="475" actId="20577"/>
          <ac:spMkLst>
            <pc:docMk/>
            <pc:sldMk cId="597801068" sldId="338"/>
            <ac:spMk id="3" creationId="{D094CE8B-337B-2E0F-F60E-6A053B952448}"/>
          </ac:spMkLst>
        </pc:spChg>
      </pc:sldChg>
      <pc:sldChg chg="modSp new">
        <pc:chgData name="Declan McMorrow" userId="S::declanmcmorrow@msletb.ie::f54a03fa-fb99-494e-8ddb-19cf65bddfea" providerId="AD" clId="Web-{F7DA4768-8A67-0224-BD1D-525252548E32}" dt="2025-07-21T11:30:21.589" v="482" actId="20577"/>
        <pc:sldMkLst>
          <pc:docMk/>
          <pc:sldMk cId="180729789" sldId="339"/>
        </pc:sldMkLst>
        <pc:spChg chg="mod">
          <ac:chgData name="Declan McMorrow" userId="S::declanmcmorrow@msletb.ie::f54a03fa-fb99-494e-8ddb-19cf65bddfea" providerId="AD" clId="Web-{F7DA4768-8A67-0224-BD1D-525252548E32}" dt="2025-07-21T11:30:18.025" v="478" actId="20577"/>
          <ac:spMkLst>
            <pc:docMk/>
            <pc:sldMk cId="180729789" sldId="339"/>
            <ac:spMk id="2" creationId="{6C5CCC6B-A1F5-E5A1-1255-E64A71AF90BA}"/>
          </ac:spMkLst>
        </pc:spChg>
        <pc:spChg chg="mod">
          <ac:chgData name="Declan McMorrow" userId="S::declanmcmorrow@msletb.ie::f54a03fa-fb99-494e-8ddb-19cf65bddfea" providerId="AD" clId="Web-{F7DA4768-8A67-0224-BD1D-525252548E32}" dt="2025-07-21T11:30:21.589" v="482" actId="20577"/>
          <ac:spMkLst>
            <pc:docMk/>
            <pc:sldMk cId="180729789" sldId="339"/>
            <ac:spMk id="3" creationId="{99323B79-4C37-DDD1-2C6D-7804B89E28FD}"/>
          </ac:spMkLst>
        </pc:spChg>
      </pc:sldChg>
      <pc:sldChg chg="modSp new">
        <pc:chgData name="Declan McMorrow" userId="S::declanmcmorrow@msletb.ie::f54a03fa-fb99-494e-8ddb-19cf65bddfea" providerId="AD" clId="Web-{F7DA4768-8A67-0224-BD1D-525252548E32}" dt="2025-07-21T11:31:20.155" v="489" actId="20577"/>
        <pc:sldMkLst>
          <pc:docMk/>
          <pc:sldMk cId="3209503832" sldId="340"/>
        </pc:sldMkLst>
        <pc:spChg chg="mod">
          <ac:chgData name="Declan McMorrow" userId="S::declanmcmorrow@msletb.ie::f54a03fa-fb99-494e-8ddb-19cf65bddfea" providerId="AD" clId="Web-{F7DA4768-8A67-0224-BD1D-525252548E32}" dt="2025-07-21T11:30:37.214" v="485" actId="20577"/>
          <ac:spMkLst>
            <pc:docMk/>
            <pc:sldMk cId="3209503832" sldId="340"/>
            <ac:spMk id="2" creationId="{E48CACA8-828B-E87E-D83A-157E51CA3EF4}"/>
          </ac:spMkLst>
        </pc:spChg>
        <pc:spChg chg="mod">
          <ac:chgData name="Declan McMorrow" userId="S::declanmcmorrow@msletb.ie::f54a03fa-fb99-494e-8ddb-19cf65bddfea" providerId="AD" clId="Web-{F7DA4768-8A67-0224-BD1D-525252548E32}" dt="2025-07-21T11:31:20.155" v="489" actId="20577"/>
          <ac:spMkLst>
            <pc:docMk/>
            <pc:sldMk cId="3209503832" sldId="340"/>
            <ac:spMk id="3" creationId="{997A3592-3915-89BA-C609-649929928627}"/>
          </ac:spMkLst>
        </pc:spChg>
      </pc:sldChg>
      <pc:sldChg chg="modSp new mod modClrScheme chgLayout">
        <pc:chgData name="Declan McMorrow" userId="S::declanmcmorrow@msletb.ie::f54a03fa-fb99-494e-8ddb-19cf65bddfea" providerId="AD" clId="Web-{F7DA4768-8A67-0224-BD1D-525252548E32}" dt="2025-07-21T11:35:05.985" v="513" actId="20577"/>
        <pc:sldMkLst>
          <pc:docMk/>
          <pc:sldMk cId="3213927309" sldId="341"/>
        </pc:sldMkLst>
        <pc:spChg chg="mod ord">
          <ac:chgData name="Declan McMorrow" userId="S::declanmcmorrow@msletb.ie::f54a03fa-fb99-494e-8ddb-19cf65bddfea" providerId="AD" clId="Web-{F7DA4768-8A67-0224-BD1D-525252548E32}" dt="2025-07-21T11:34:57.500" v="512" actId="20577"/>
          <ac:spMkLst>
            <pc:docMk/>
            <pc:sldMk cId="3213927309" sldId="341"/>
            <ac:spMk id="2" creationId="{1CE8293B-53B4-EAD3-3725-D80A9DC1D42E}"/>
          </ac:spMkLst>
        </pc:spChg>
        <pc:spChg chg="mod ord">
          <ac:chgData name="Declan McMorrow" userId="S::declanmcmorrow@msletb.ie::f54a03fa-fb99-494e-8ddb-19cf65bddfea" providerId="AD" clId="Web-{F7DA4768-8A67-0224-BD1D-525252548E32}" dt="2025-07-21T11:35:05.985" v="513" actId="20577"/>
          <ac:spMkLst>
            <pc:docMk/>
            <pc:sldMk cId="3213927309" sldId="341"/>
            <ac:spMk id="3" creationId="{2EE7B4F9-035F-5AA6-797D-36AC8FF8020E}"/>
          </ac:spMkLst>
        </pc:spChg>
      </pc:sldChg>
      <pc:sldChg chg="addSp delSp modSp new mod setBg modClrScheme setClrOvrMap chgLayout">
        <pc:chgData name="Declan McMorrow" userId="S::declanmcmorrow@msletb.ie::f54a03fa-fb99-494e-8ddb-19cf65bddfea" providerId="AD" clId="Web-{F7DA4768-8A67-0224-BD1D-525252548E32}" dt="2025-07-21T11:38:12.469" v="536"/>
        <pc:sldMkLst>
          <pc:docMk/>
          <pc:sldMk cId="3345790357" sldId="342"/>
        </pc:sldMkLst>
        <pc:spChg chg="mod ord">
          <ac:chgData name="Declan McMorrow" userId="S::declanmcmorrow@msletb.ie::f54a03fa-fb99-494e-8ddb-19cf65bddfea" providerId="AD" clId="Web-{F7DA4768-8A67-0224-BD1D-525252548E32}" dt="2025-07-21T11:38:09.921" v="535"/>
          <ac:spMkLst>
            <pc:docMk/>
            <pc:sldMk cId="3345790357" sldId="342"/>
            <ac:spMk id="2" creationId="{12CB9FB9-9214-9E44-3A60-A5C022F92B66}"/>
          </ac:spMkLst>
        </pc:spChg>
        <pc:spChg chg="mod ord">
          <ac:chgData name="Declan McMorrow" userId="S::declanmcmorrow@msletb.ie::f54a03fa-fb99-494e-8ddb-19cf65bddfea" providerId="AD" clId="Web-{F7DA4768-8A67-0224-BD1D-525252548E32}" dt="2025-07-21T11:38:09.921" v="535"/>
          <ac:spMkLst>
            <pc:docMk/>
            <pc:sldMk cId="3345790357" sldId="342"/>
            <ac:spMk id="3" creationId="{E752272B-203A-6DAA-674A-31DA7A9C5EFA}"/>
          </ac:spMkLst>
        </pc:spChg>
        <pc:spChg chg="add del">
          <ac:chgData name="Declan McMorrow" userId="S::declanmcmorrow@msletb.ie::f54a03fa-fb99-494e-8ddb-19cf65bddfea" providerId="AD" clId="Web-{F7DA4768-8A67-0224-BD1D-525252548E32}" dt="2025-07-21T11:38:09.921" v="535"/>
          <ac:spMkLst>
            <pc:docMk/>
            <pc:sldMk cId="3345790357" sldId="342"/>
            <ac:spMk id="9" creationId="{88C97474-5879-4DB5-B4F3-F0357104BC8E}"/>
          </ac:spMkLst>
        </pc:spChg>
        <pc:spChg chg="add del">
          <ac:chgData name="Declan McMorrow" userId="S::declanmcmorrow@msletb.ie::f54a03fa-fb99-494e-8ddb-19cf65bddfea" providerId="AD" clId="Web-{F7DA4768-8A67-0224-BD1D-525252548E32}" dt="2025-07-21T11:38:09.921" v="535"/>
          <ac:spMkLst>
            <pc:docMk/>
            <pc:sldMk cId="3345790357" sldId="342"/>
            <ac:spMk id="11" creationId="{7D2AF00E-D433-4047-863F-BCB69CEC3C35}"/>
          </ac:spMkLst>
        </pc:spChg>
        <pc:spChg chg="add del">
          <ac:chgData name="Declan McMorrow" userId="S::declanmcmorrow@msletb.ie::f54a03fa-fb99-494e-8ddb-19cf65bddfea" providerId="AD" clId="Web-{F7DA4768-8A67-0224-BD1D-525252548E32}" dt="2025-07-21T11:38:09.921" v="535"/>
          <ac:spMkLst>
            <pc:docMk/>
            <pc:sldMk cId="3345790357" sldId="342"/>
            <ac:spMk id="13" creationId="{0997DBEA-6DFC-457A-9850-E535053549D6}"/>
          </ac:spMkLst>
        </pc:spChg>
        <pc:spChg chg="add del">
          <ac:chgData name="Declan McMorrow" userId="S::declanmcmorrow@msletb.ie::f54a03fa-fb99-494e-8ddb-19cf65bddfea" providerId="AD" clId="Web-{F7DA4768-8A67-0224-BD1D-525252548E32}" dt="2025-07-21T11:38:09.921" v="535"/>
          <ac:spMkLst>
            <pc:docMk/>
            <pc:sldMk cId="3345790357" sldId="342"/>
            <ac:spMk id="15" creationId="{79446CF5-953A-4916-BFF4-F5558E5C2359}"/>
          </ac:spMkLst>
        </pc:spChg>
        <pc:spChg chg="add del">
          <ac:chgData name="Declan McMorrow" userId="S::declanmcmorrow@msletb.ie::f54a03fa-fb99-494e-8ddb-19cf65bddfea" providerId="AD" clId="Web-{F7DA4768-8A67-0224-BD1D-525252548E32}" dt="2025-07-21T11:38:09.921" v="535"/>
          <ac:spMkLst>
            <pc:docMk/>
            <pc:sldMk cId="3345790357" sldId="342"/>
            <ac:spMk id="17" creationId="{477B945C-B433-4DFF-9A67-A5C9257E471C}"/>
          </ac:spMkLst>
        </pc:spChg>
        <pc:picChg chg="add del mod">
          <ac:chgData name="Declan McMorrow" userId="S::declanmcmorrow@msletb.ie::f54a03fa-fb99-494e-8ddb-19cf65bddfea" providerId="AD" clId="Web-{F7DA4768-8A67-0224-BD1D-525252548E32}" dt="2025-07-21T11:38:12.469" v="536"/>
          <ac:picMkLst>
            <pc:docMk/>
            <pc:sldMk cId="3345790357" sldId="342"/>
            <ac:picMk id="4" creationId="{4F7630C5-A079-9759-CB0B-1B2B76BCA7EB}"/>
          </ac:picMkLst>
        </pc:picChg>
      </pc:sldChg>
      <pc:sldChg chg="addSp modSp new mod setBg">
        <pc:chgData name="Declan McMorrow" userId="S::declanmcmorrow@msletb.ie::f54a03fa-fb99-494e-8ddb-19cf65bddfea" providerId="AD" clId="Web-{F7DA4768-8A67-0224-BD1D-525252548E32}" dt="2025-07-21T11:38:21.407" v="539"/>
        <pc:sldMkLst>
          <pc:docMk/>
          <pc:sldMk cId="660386674" sldId="343"/>
        </pc:sldMkLst>
        <pc:spChg chg="mod">
          <ac:chgData name="Declan McMorrow" userId="S::declanmcmorrow@msletb.ie::f54a03fa-fb99-494e-8ddb-19cf65bddfea" providerId="AD" clId="Web-{F7DA4768-8A67-0224-BD1D-525252548E32}" dt="2025-07-21T11:38:18.156" v="538"/>
          <ac:spMkLst>
            <pc:docMk/>
            <pc:sldMk cId="660386674" sldId="343"/>
            <ac:spMk id="2" creationId="{0F832E49-98A3-B62F-5FE4-E51A87BB7071}"/>
          </ac:spMkLst>
        </pc:spChg>
        <pc:spChg chg="mod">
          <ac:chgData name="Declan McMorrow" userId="S::declanmcmorrow@msletb.ie::f54a03fa-fb99-494e-8ddb-19cf65bddfea" providerId="AD" clId="Web-{F7DA4768-8A67-0224-BD1D-525252548E32}" dt="2025-07-21T11:38:18.156" v="538"/>
          <ac:spMkLst>
            <pc:docMk/>
            <pc:sldMk cId="660386674" sldId="343"/>
            <ac:spMk id="3" creationId="{6DE11454-DFCC-4E61-E52D-4B965F3C8D58}"/>
          </ac:spMkLst>
        </pc:spChg>
        <pc:picChg chg="add mod">
          <ac:chgData name="Declan McMorrow" userId="S::declanmcmorrow@msletb.ie::f54a03fa-fb99-494e-8ddb-19cf65bddfea" providerId="AD" clId="Web-{F7DA4768-8A67-0224-BD1D-525252548E32}" dt="2025-07-21T11:38:21.407" v="539"/>
          <ac:picMkLst>
            <pc:docMk/>
            <pc:sldMk cId="660386674" sldId="343"/>
            <ac:picMk id="4" creationId="{AFA54EAE-4E64-BCD4-A437-282E683CF638}"/>
          </ac:picMkLst>
        </pc:picChg>
      </pc:sldChg>
      <pc:sldChg chg="new del">
        <pc:chgData name="Declan McMorrow" userId="S::declanmcmorrow@msletb.ie::f54a03fa-fb99-494e-8ddb-19cf65bddfea" providerId="AD" clId="Web-{F7DA4768-8A67-0224-BD1D-525252548E32}" dt="2025-07-21T11:36:31.976" v="522"/>
        <pc:sldMkLst>
          <pc:docMk/>
          <pc:sldMk cId="2910374114" sldId="343"/>
        </pc:sldMkLst>
      </pc:sldChg>
      <pc:sldChg chg="new del ord">
        <pc:chgData name="Declan McMorrow" userId="S::declanmcmorrow@msletb.ie::f54a03fa-fb99-494e-8ddb-19cf65bddfea" providerId="AD" clId="Web-{F7DA4768-8A67-0224-BD1D-525252548E32}" dt="2025-07-21T11:38:07.609" v="534"/>
        <pc:sldMkLst>
          <pc:docMk/>
          <pc:sldMk cId="1071448197" sldId="344"/>
        </pc:sldMkLst>
      </pc:sldChg>
      <pc:sldChg chg="modSp new">
        <pc:chgData name="Declan McMorrow" userId="S::declanmcmorrow@msletb.ie::f54a03fa-fb99-494e-8ddb-19cf65bddfea" providerId="AD" clId="Web-{F7DA4768-8A67-0224-BD1D-525252548E32}" dt="2025-07-21T11:38:45.268" v="544" actId="20577"/>
        <pc:sldMkLst>
          <pc:docMk/>
          <pc:sldMk cId="4229486452" sldId="344"/>
        </pc:sldMkLst>
        <pc:spChg chg="mod">
          <ac:chgData name="Declan McMorrow" userId="S::declanmcmorrow@msletb.ie::f54a03fa-fb99-494e-8ddb-19cf65bddfea" providerId="AD" clId="Web-{F7DA4768-8A67-0224-BD1D-525252548E32}" dt="2025-07-21T11:38:39.017" v="541" actId="20577"/>
          <ac:spMkLst>
            <pc:docMk/>
            <pc:sldMk cId="4229486452" sldId="344"/>
            <ac:spMk id="2" creationId="{8D78052B-799F-9679-87DC-A6DC58CEA30F}"/>
          </ac:spMkLst>
        </pc:spChg>
        <pc:spChg chg="mod">
          <ac:chgData name="Declan McMorrow" userId="S::declanmcmorrow@msletb.ie::f54a03fa-fb99-494e-8ddb-19cf65bddfea" providerId="AD" clId="Web-{F7DA4768-8A67-0224-BD1D-525252548E32}" dt="2025-07-21T11:38:45.268" v="544" actId="20577"/>
          <ac:spMkLst>
            <pc:docMk/>
            <pc:sldMk cId="4229486452" sldId="344"/>
            <ac:spMk id="3" creationId="{83496E27-DE23-30E3-A41A-C71F0BB6C274}"/>
          </ac:spMkLst>
        </pc:spChg>
      </pc:sldChg>
      <pc:sldChg chg="modSp new">
        <pc:chgData name="Declan McMorrow" userId="S::declanmcmorrow@msletb.ie::f54a03fa-fb99-494e-8ddb-19cf65bddfea" providerId="AD" clId="Web-{F7DA4768-8A67-0224-BD1D-525252548E32}" dt="2025-07-21T11:38:59.457" v="550" actId="20577"/>
        <pc:sldMkLst>
          <pc:docMk/>
          <pc:sldMk cId="4019028708" sldId="345"/>
        </pc:sldMkLst>
        <pc:spChg chg="mod">
          <ac:chgData name="Declan McMorrow" userId="S::declanmcmorrow@msletb.ie::f54a03fa-fb99-494e-8ddb-19cf65bddfea" providerId="AD" clId="Web-{F7DA4768-8A67-0224-BD1D-525252548E32}" dt="2025-07-21T11:38:51.222" v="546" actId="20577"/>
          <ac:spMkLst>
            <pc:docMk/>
            <pc:sldMk cId="4019028708" sldId="345"/>
            <ac:spMk id="2" creationId="{422C72A9-3362-DE1D-81E0-450C9FE5FAB2}"/>
          </ac:spMkLst>
        </pc:spChg>
        <pc:spChg chg="mod">
          <ac:chgData name="Declan McMorrow" userId="S::declanmcmorrow@msletb.ie::f54a03fa-fb99-494e-8ddb-19cf65bddfea" providerId="AD" clId="Web-{F7DA4768-8A67-0224-BD1D-525252548E32}" dt="2025-07-21T11:38:59.457" v="550" actId="20577"/>
          <ac:spMkLst>
            <pc:docMk/>
            <pc:sldMk cId="4019028708" sldId="345"/>
            <ac:spMk id="3" creationId="{DCD371AE-4F10-65F3-68B6-2C6C6C4DF440}"/>
          </ac:spMkLst>
        </pc:spChg>
      </pc:sldChg>
      <pc:sldChg chg="modSp new">
        <pc:chgData name="Declan McMorrow" userId="S::declanmcmorrow@msletb.ie::f54a03fa-fb99-494e-8ddb-19cf65bddfea" providerId="AD" clId="Web-{F7DA4768-8A67-0224-BD1D-525252548E32}" dt="2025-07-21T11:39:19.771" v="555" actId="20577"/>
        <pc:sldMkLst>
          <pc:docMk/>
          <pc:sldMk cId="353071218" sldId="346"/>
        </pc:sldMkLst>
        <pc:spChg chg="mod">
          <ac:chgData name="Declan McMorrow" userId="S::declanmcmorrow@msletb.ie::f54a03fa-fb99-494e-8ddb-19cf65bddfea" providerId="AD" clId="Web-{F7DA4768-8A67-0224-BD1D-525252548E32}" dt="2025-07-21T11:39:09.489" v="552" actId="20577"/>
          <ac:spMkLst>
            <pc:docMk/>
            <pc:sldMk cId="353071218" sldId="346"/>
            <ac:spMk id="2" creationId="{DEF815D6-ACC0-2B17-B49E-64D512307595}"/>
          </ac:spMkLst>
        </pc:spChg>
        <pc:spChg chg="mod">
          <ac:chgData name="Declan McMorrow" userId="S::declanmcmorrow@msletb.ie::f54a03fa-fb99-494e-8ddb-19cf65bddfea" providerId="AD" clId="Web-{F7DA4768-8A67-0224-BD1D-525252548E32}" dt="2025-07-21T11:39:19.771" v="555" actId="20577"/>
          <ac:spMkLst>
            <pc:docMk/>
            <pc:sldMk cId="353071218" sldId="346"/>
            <ac:spMk id="3" creationId="{4B093BB2-4856-A71C-75CC-7A8E6E222934}"/>
          </ac:spMkLst>
        </pc:spChg>
      </pc:sldChg>
      <pc:sldChg chg="addSp delSp modSp new">
        <pc:chgData name="Declan McMorrow" userId="S::declanmcmorrow@msletb.ie::f54a03fa-fb99-494e-8ddb-19cf65bddfea" providerId="AD" clId="Web-{F7DA4768-8A67-0224-BD1D-525252548E32}" dt="2025-07-21T11:46:47.852" v="625" actId="1076"/>
        <pc:sldMkLst>
          <pc:docMk/>
          <pc:sldMk cId="1707988267" sldId="347"/>
        </pc:sldMkLst>
        <pc:spChg chg="mod">
          <ac:chgData name="Declan McMorrow" userId="S::declanmcmorrow@msletb.ie::f54a03fa-fb99-494e-8ddb-19cf65bddfea" providerId="AD" clId="Web-{F7DA4768-8A67-0224-BD1D-525252548E32}" dt="2025-07-21T11:39:48.070" v="571" actId="20577"/>
          <ac:spMkLst>
            <pc:docMk/>
            <pc:sldMk cId="1707988267" sldId="347"/>
            <ac:spMk id="2" creationId="{EDD824DA-F1E0-8700-4DED-E4FAD82460C4}"/>
          </ac:spMkLst>
        </pc:spChg>
        <pc:spChg chg="del mod">
          <ac:chgData name="Declan McMorrow" userId="S::declanmcmorrow@msletb.ie::f54a03fa-fb99-494e-8ddb-19cf65bddfea" providerId="AD" clId="Web-{F7DA4768-8A67-0224-BD1D-525252548E32}" dt="2025-07-21T11:39:28.928" v="558"/>
          <ac:spMkLst>
            <pc:docMk/>
            <pc:sldMk cId="1707988267" sldId="347"/>
            <ac:spMk id="3" creationId="{3AEB3F92-0EB4-F67C-7340-91DF78A68F79}"/>
          </ac:spMkLst>
        </pc:spChg>
        <pc:spChg chg="add del mod">
          <ac:chgData name="Declan McMorrow" userId="S::declanmcmorrow@msletb.ie::f54a03fa-fb99-494e-8ddb-19cf65bddfea" providerId="AD" clId="Web-{F7DA4768-8A67-0224-BD1D-525252548E32}" dt="2025-07-21T11:39:31.772" v="561"/>
          <ac:spMkLst>
            <pc:docMk/>
            <pc:sldMk cId="1707988267" sldId="347"/>
            <ac:spMk id="6" creationId="{36328813-9308-6432-D4E0-6484D4365C17}"/>
          </ac:spMkLst>
        </pc:spChg>
        <pc:graphicFrameChg chg="add mod ord modGraphic">
          <ac:chgData name="Declan McMorrow" userId="S::declanmcmorrow@msletb.ie::f54a03fa-fb99-494e-8ddb-19cf65bddfea" providerId="AD" clId="Web-{F7DA4768-8A67-0224-BD1D-525252548E32}" dt="2025-07-21T11:39:38.335" v="570"/>
          <ac:graphicFrameMkLst>
            <pc:docMk/>
            <pc:sldMk cId="1707988267" sldId="347"/>
            <ac:graphicFrameMk id="5" creationId="{514D024F-DC8D-5A65-C6B0-4D26AB59CE15}"/>
          </ac:graphicFrameMkLst>
        </pc:graphicFrameChg>
        <pc:picChg chg="add del mod">
          <ac:chgData name="Declan McMorrow" userId="S::declanmcmorrow@msletb.ie::f54a03fa-fb99-494e-8ddb-19cf65bddfea" providerId="AD" clId="Web-{F7DA4768-8A67-0224-BD1D-525252548E32}" dt="2025-07-21T11:43:07.570" v="586"/>
          <ac:picMkLst>
            <pc:docMk/>
            <pc:sldMk cId="1707988267" sldId="347"/>
            <ac:picMk id="7" creationId="{D9C71D6D-846B-533B-2AED-522D2B646C63}"/>
          </ac:picMkLst>
        </pc:picChg>
        <pc:picChg chg="add mod">
          <ac:chgData name="Declan McMorrow" userId="S::declanmcmorrow@msletb.ie::f54a03fa-fb99-494e-8ddb-19cf65bddfea" providerId="AD" clId="Web-{F7DA4768-8A67-0224-BD1D-525252548E32}" dt="2025-07-21T11:43:43.572" v="596"/>
          <ac:picMkLst>
            <pc:docMk/>
            <pc:sldMk cId="1707988267" sldId="347"/>
            <ac:picMk id="8" creationId="{35CB6458-F413-6DDC-F064-132309A9DECB}"/>
          </ac:picMkLst>
        </pc:picChg>
        <pc:picChg chg="add mod">
          <ac:chgData name="Declan McMorrow" userId="S::declanmcmorrow@msletb.ie::f54a03fa-fb99-494e-8ddb-19cf65bddfea" providerId="AD" clId="Web-{F7DA4768-8A67-0224-BD1D-525252548E32}" dt="2025-07-21T11:44:32.576" v="604"/>
          <ac:picMkLst>
            <pc:docMk/>
            <pc:sldMk cId="1707988267" sldId="347"/>
            <ac:picMk id="9" creationId="{FC6A2EA4-3AB5-8C18-08F2-D443782B5231}"/>
          </ac:picMkLst>
        </pc:picChg>
        <pc:picChg chg="add mod">
          <ac:chgData name="Declan McMorrow" userId="S::declanmcmorrow@msletb.ie::f54a03fa-fb99-494e-8ddb-19cf65bddfea" providerId="AD" clId="Web-{F7DA4768-8A67-0224-BD1D-525252548E32}" dt="2025-07-21T11:45:01.516" v="609"/>
          <ac:picMkLst>
            <pc:docMk/>
            <pc:sldMk cId="1707988267" sldId="347"/>
            <ac:picMk id="10" creationId="{0D61FA57-DD73-1E4E-F1B2-368DEC154F6F}"/>
          </ac:picMkLst>
        </pc:picChg>
        <pc:picChg chg="add mod">
          <ac:chgData name="Declan McMorrow" userId="S::declanmcmorrow@msletb.ie::f54a03fa-fb99-494e-8ddb-19cf65bddfea" providerId="AD" clId="Web-{F7DA4768-8A67-0224-BD1D-525252548E32}" dt="2025-07-21T11:45:33.503" v="613" actId="1076"/>
          <ac:picMkLst>
            <pc:docMk/>
            <pc:sldMk cId="1707988267" sldId="347"/>
            <ac:picMk id="11" creationId="{72431BB0-C8E7-FFF2-4178-1F7D8D671CE8}"/>
          </ac:picMkLst>
        </pc:picChg>
        <pc:picChg chg="add mod">
          <ac:chgData name="Declan McMorrow" userId="S::declanmcmorrow@msletb.ie::f54a03fa-fb99-494e-8ddb-19cf65bddfea" providerId="AD" clId="Web-{F7DA4768-8A67-0224-BD1D-525252548E32}" dt="2025-07-21T11:46:11.600" v="620" actId="1076"/>
          <ac:picMkLst>
            <pc:docMk/>
            <pc:sldMk cId="1707988267" sldId="347"/>
            <ac:picMk id="12" creationId="{18DACD14-3AF3-A41B-CC59-2EE2D7C31E7F}"/>
          </ac:picMkLst>
        </pc:picChg>
        <pc:picChg chg="add mod">
          <ac:chgData name="Declan McMorrow" userId="S::declanmcmorrow@msletb.ie::f54a03fa-fb99-494e-8ddb-19cf65bddfea" providerId="AD" clId="Web-{F7DA4768-8A67-0224-BD1D-525252548E32}" dt="2025-07-21T11:46:47.852" v="625" actId="1076"/>
          <ac:picMkLst>
            <pc:docMk/>
            <pc:sldMk cId="1707988267" sldId="347"/>
            <ac:picMk id="13" creationId="{6F0928E1-AD42-A1E4-0635-B6512B60BED8}"/>
          </ac:picMkLst>
        </pc:picChg>
      </pc:sldChg>
      <pc:sldChg chg="modSp new">
        <pc:chgData name="Declan McMorrow" userId="S::declanmcmorrow@msletb.ie::f54a03fa-fb99-494e-8ddb-19cf65bddfea" providerId="AD" clId="Web-{F7DA4768-8A67-0224-BD1D-525252548E32}" dt="2025-07-21T11:48:11.171" v="633" actId="20577"/>
        <pc:sldMkLst>
          <pc:docMk/>
          <pc:sldMk cId="3088368224" sldId="348"/>
        </pc:sldMkLst>
        <pc:spChg chg="mod">
          <ac:chgData name="Declan McMorrow" userId="S::declanmcmorrow@msletb.ie::f54a03fa-fb99-494e-8ddb-19cf65bddfea" providerId="AD" clId="Web-{F7DA4768-8A67-0224-BD1D-525252548E32}" dt="2025-07-21T11:47:13.214" v="627" actId="20577"/>
          <ac:spMkLst>
            <pc:docMk/>
            <pc:sldMk cId="3088368224" sldId="348"/>
            <ac:spMk id="2" creationId="{E4E51E5A-43DC-3622-5636-ED5C37E69DBB}"/>
          </ac:spMkLst>
        </pc:spChg>
        <pc:spChg chg="mod">
          <ac:chgData name="Declan McMorrow" userId="S::declanmcmorrow@msletb.ie::f54a03fa-fb99-494e-8ddb-19cf65bddfea" providerId="AD" clId="Web-{F7DA4768-8A67-0224-BD1D-525252548E32}" dt="2025-07-21T11:48:11.171" v="633" actId="20577"/>
          <ac:spMkLst>
            <pc:docMk/>
            <pc:sldMk cId="3088368224" sldId="348"/>
            <ac:spMk id="3" creationId="{3ABA0850-5ACE-0536-972C-AA6F1A93B426}"/>
          </ac:spMkLst>
        </pc:spChg>
      </pc:sldChg>
      <pc:sldChg chg="modSp new mod modClrScheme chgLayout">
        <pc:chgData name="Declan McMorrow" userId="S::declanmcmorrow@msletb.ie::f54a03fa-fb99-494e-8ddb-19cf65bddfea" providerId="AD" clId="Web-{F7DA4768-8A67-0224-BD1D-525252548E32}" dt="2025-07-21T11:48:23.985" v="637" actId="20577"/>
        <pc:sldMkLst>
          <pc:docMk/>
          <pc:sldMk cId="2684591668" sldId="349"/>
        </pc:sldMkLst>
        <pc:spChg chg="mod ord">
          <ac:chgData name="Declan McMorrow" userId="S::declanmcmorrow@msletb.ie::f54a03fa-fb99-494e-8ddb-19cf65bddfea" providerId="AD" clId="Web-{F7DA4768-8A67-0224-BD1D-525252548E32}" dt="2025-07-21T11:48:19.484" v="636" actId="20577"/>
          <ac:spMkLst>
            <pc:docMk/>
            <pc:sldMk cId="2684591668" sldId="349"/>
            <ac:spMk id="2" creationId="{E3DAC703-F238-B55F-5AC0-72741823DADE}"/>
          </ac:spMkLst>
        </pc:spChg>
        <pc:spChg chg="mod ord">
          <ac:chgData name="Declan McMorrow" userId="S::declanmcmorrow@msletb.ie::f54a03fa-fb99-494e-8ddb-19cf65bddfea" providerId="AD" clId="Web-{F7DA4768-8A67-0224-BD1D-525252548E32}" dt="2025-07-21T11:48:23.985" v="637" actId="20577"/>
          <ac:spMkLst>
            <pc:docMk/>
            <pc:sldMk cId="2684591668" sldId="349"/>
            <ac:spMk id="3" creationId="{FC534D75-3F5E-2CD8-F8CF-EDD906CA5529}"/>
          </ac:spMkLst>
        </pc:spChg>
      </pc:sldChg>
      <pc:sldChg chg="modSp new mod modClrScheme chgLayout">
        <pc:chgData name="Declan McMorrow" userId="S::declanmcmorrow@msletb.ie::f54a03fa-fb99-494e-8ddb-19cf65bddfea" providerId="AD" clId="Web-{F7DA4768-8A67-0224-BD1D-525252548E32}" dt="2025-07-21T11:49:02.066" v="644" actId="20577"/>
        <pc:sldMkLst>
          <pc:docMk/>
          <pc:sldMk cId="798671674" sldId="350"/>
        </pc:sldMkLst>
        <pc:spChg chg="mod ord">
          <ac:chgData name="Declan McMorrow" userId="S::declanmcmorrow@msletb.ie::f54a03fa-fb99-494e-8ddb-19cf65bddfea" providerId="AD" clId="Web-{F7DA4768-8A67-0224-BD1D-525252548E32}" dt="2025-07-21T11:48:34.361" v="640" actId="20577"/>
          <ac:spMkLst>
            <pc:docMk/>
            <pc:sldMk cId="798671674" sldId="350"/>
            <ac:spMk id="2" creationId="{C7A94C3A-547C-7DEC-0EF8-7AAB418CD8E7}"/>
          </ac:spMkLst>
        </pc:spChg>
        <pc:spChg chg="mod ord">
          <ac:chgData name="Declan McMorrow" userId="S::declanmcmorrow@msletb.ie::f54a03fa-fb99-494e-8ddb-19cf65bddfea" providerId="AD" clId="Web-{F7DA4768-8A67-0224-BD1D-525252548E32}" dt="2025-07-21T11:49:02.066" v="644" actId="20577"/>
          <ac:spMkLst>
            <pc:docMk/>
            <pc:sldMk cId="798671674" sldId="350"/>
            <ac:spMk id="3" creationId="{ADECCBFE-9983-2373-F934-8CCC6D81E6FE}"/>
          </ac:spMkLst>
        </pc:spChg>
      </pc:sldChg>
      <pc:sldChg chg="addSp modSp new mod setBg">
        <pc:chgData name="Declan McMorrow" userId="S::declanmcmorrow@msletb.ie::f54a03fa-fb99-494e-8ddb-19cf65bddfea" providerId="AD" clId="Web-{F7DA4768-8A67-0224-BD1D-525252548E32}" dt="2025-07-21T11:50:46.996" v="665" actId="1076"/>
        <pc:sldMkLst>
          <pc:docMk/>
          <pc:sldMk cId="381128369" sldId="351"/>
        </pc:sldMkLst>
        <pc:spChg chg="mod">
          <ac:chgData name="Declan McMorrow" userId="S::declanmcmorrow@msletb.ie::f54a03fa-fb99-494e-8ddb-19cf65bddfea" providerId="AD" clId="Web-{F7DA4768-8A67-0224-BD1D-525252548E32}" dt="2025-07-21T11:50:29.557" v="659" actId="14100"/>
          <ac:spMkLst>
            <pc:docMk/>
            <pc:sldMk cId="381128369" sldId="351"/>
            <ac:spMk id="2" creationId="{348310FD-3CA9-5667-F873-0B34DDB15438}"/>
          </ac:spMkLst>
        </pc:spChg>
        <pc:spChg chg="mod">
          <ac:chgData name="Declan McMorrow" userId="S::declanmcmorrow@msletb.ie::f54a03fa-fb99-494e-8ddb-19cf65bddfea" providerId="AD" clId="Web-{F7DA4768-8A67-0224-BD1D-525252548E32}" dt="2025-07-21T11:50:43.074" v="664"/>
          <ac:spMkLst>
            <pc:docMk/>
            <pc:sldMk cId="381128369" sldId="351"/>
            <ac:spMk id="3" creationId="{1E163B53-D0A5-8A17-C2FC-FA1DA0B0D713}"/>
          </ac:spMkLst>
        </pc:spChg>
        <pc:spChg chg="add">
          <ac:chgData name="Declan McMorrow" userId="S::declanmcmorrow@msletb.ie::f54a03fa-fb99-494e-8ddb-19cf65bddfea" providerId="AD" clId="Web-{F7DA4768-8A67-0224-BD1D-525252548E32}" dt="2025-07-21T11:50:02.711" v="654"/>
          <ac:spMkLst>
            <pc:docMk/>
            <pc:sldMk cId="381128369" sldId="351"/>
            <ac:spMk id="9" creationId="{3CED7894-4F62-4A6C-8DB5-DB5BE08E9C03}"/>
          </ac:spMkLst>
        </pc:spChg>
        <pc:spChg chg="add">
          <ac:chgData name="Declan McMorrow" userId="S::declanmcmorrow@msletb.ie::f54a03fa-fb99-494e-8ddb-19cf65bddfea" providerId="AD" clId="Web-{F7DA4768-8A67-0224-BD1D-525252548E32}" dt="2025-07-21T11:50:02.711" v="654"/>
          <ac:spMkLst>
            <pc:docMk/>
            <pc:sldMk cId="381128369" sldId="351"/>
            <ac:spMk id="11" creationId="{E536F3B4-50F6-4C52-8F76-4EB1214719DC}"/>
          </ac:spMkLst>
        </pc:spChg>
        <pc:picChg chg="add mod">
          <ac:chgData name="Declan McMorrow" userId="S::declanmcmorrow@msletb.ie::f54a03fa-fb99-494e-8ddb-19cf65bddfea" providerId="AD" clId="Web-{F7DA4768-8A67-0224-BD1D-525252548E32}" dt="2025-07-21T11:50:46.996" v="665" actId="1076"/>
          <ac:picMkLst>
            <pc:docMk/>
            <pc:sldMk cId="381128369" sldId="351"/>
            <ac:picMk id="4" creationId="{689DC00D-D805-57EC-25C0-F74C683CB497}"/>
          </ac:picMkLst>
        </pc:picChg>
      </pc:sldChg>
      <pc:sldChg chg="modSp new">
        <pc:chgData name="Declan McMorrow" userId="S::declanmcmorrow@msletb.ie::f54a03fa-fb99-494e-8ddb-19cf65bddfea" providerId="AD" clId="Web-{F7DA4768-8A67-0224-BD1D-525252548E32}" dt="2025-07-21T11:56:42.649" v="673" actId="20577"/>
        <pc:sldMkLst>
          <pc:docMk/>
          <pc:sldMk cId="3344895999" sldId="352"/>
        </pc:sldMkLst>
        <pc:spChg chg="mod">
          <ac:chgData name="Declan McMorrow" userId="S::declanmcmorrow@msletb.ie::f54a03fa-fb99-494e-8ddb-19cf65bddfea" providerId="AD" clId="Web-{F7DA4768-8A67-0224-BD1D-525252548E32}" dt="2025-07-21T11:56:25.179" v="668" actId="20577"/>
          <ac:spMkLst>
            <pc:docMk/>
            <pc:sldMk cId="3344895999" sldId="352"/>
            <ac:spMk id="2" creationId="{F3BC2022-4808-4856-4B7F-7AEC14E48FF4}"/>
          </ac:spMkLst>
        </pc:spChg>
        <pc:spChg chg="mod">
          <ac:chgData name="Declan McMorrow" userId="S::declanmcmorrow@msletb.ie::f54a03fa-fb99-494e-8ddb-19cf65bddfea" providerId="AD" clId="Web-{F7DA4768-8A67-0224-BD1D-525252548E32}" dt="2025-07-21T11:56:42.649" v="673" actId="20577"/>
          <ac:spMkLst>
            <pc:docMk/>
            <pc:sldMk cId="3344895999" sldId="352"/>
            <ac:spMk id="3" creationId="{8158F55A-FFD3-D369-17CE-A3E93D800671}"/>
          </ac:spMkLst>
        </pc:spChg>
      </pc:sldChg>
      <pc:sldChg chg="addSp delSp modSp new">
        <pc:chgData name="Declan McMorrow" userId="S::declanmcmorrow@msletb.ie::f54a03fa-fb99-494e-8ddb-19cf65bddfea" providerId="AD" clId="Web-{F7DA4768-8A67-0224-BD1D-525252548E32}" dt="2025-07-21T11:59:50.241" v="733"/>
        <pc:sldMkLst>
          <pc:docMk/>
          <pc:sldMk cId="916468427" sldId="353"/>
        </pc:sldMkLst>
        <pc:spChg chg="mod">
          <ac:chgData name="Declan McMorrow" userId="S::declanmcmorrow@msletb.ie::f54a03fa-fb99-494e-8ddb-19cf65bddfea" providerId="AD" clId="Web-{F7DA4768-8A67-0224-BD1D-525252548E32}" dt="2025-07-21T11:58:21.328" v="702" actId="14100"/>
          <ac:spMkLst>
            <pc:docMk/>
            <pc:sldMk cId="916468427" sldId="353"/>
            <ac:spMk id="2" creationId="{66514574-D605-4052-CD09-1577978745C4}"/>
          </ac:spMkLst>
        </pc:spChg>
        <pc:spChg chg="del mod">
          <ac:chgData name="Declan McMorrow" userId="S::declanmcmorrow@msletb.ie::f54a03fa-fb99-494e-8ddb-19cf65bddfea" providerId="AD" clId="Web-{F7DA4768-8A67-0224-BD1D-525252548E32}" dt="2025-07-21T11:56:59.291" v="679"/>
          <ac:spMkLst>
            <pc:docMk/>
            <pc:sldMk cId="916468427" sldId="353"/>
            <ac:spMk id="3" creationId="{2E393D14-5C7F-A84F-DE8A-B1BF392967B1}"/>
          </ac:spMkLst>
        </pc:spChg>
        <pc:spChg chg="add del mod">
          <ac:chgData name="Declan McMorrow" userId="S::declanmcmorrow@msletb.ie::f54a03fa-fb99-494e-8ddb-19cf65bddfea" providerId="AD" clId="Web-{F7DA4768-8A67-0224-BD1D-525252548E32}" dt="2025-07-21T11:57:27.683" v="693"/>
          <ac:spMkLst>
            <pc:docMk/>
            <pc:sldMk cId="916468427" sldId="353"/>
            <ac:spMk id="6" creationId="{DD903E7D-AF00-82CB-743B-DB0FBC243365}"/>
          </ac:spMkLst>
        </pc:spChg>
        <pc:spChg chg="add del mod">
          <ac:chgData name="Declan McMorrow" userId="S::declanmcmorrow@msletb.ie::f54a03fa-fb99-494e-8ddb-19cf65bddfea" providerId="AD" clId="Web-{F7DA4768-8A67-0224-BD1D-525252548E32}" dt="2025-07-21T11:57:34.715" v="695"/>
          <ac:spMkLst>
            <pc:docMk/>
            <pc:sldMk cId="916468427" sldId="353"/>
            <ac:spMk id="8" creationId="{31F002B3-39C1-079B-ECCC-C190BEC1AA70}"/>
          </ac:spMkLst>
        </pc:spChg>
        <pc:spChg chg="add del mod">
          <ac:chgData name="Declan McMorrow" userId="S::declanmcmorrow@msletb.ie::f54a03fa-fb99-494e-8ddb-19cf65bddfea" providerId="AD" clId="Web-{F7DA4768-8A67-0224-BD1D-525252548E32}" dt="2025-07-21T11:57:41.825" v="698"/>
          <ac:spMkLst>
            <pc:docMk/>
            <pc:sldMk cId="916468427" sldId="353"/>
            <ac:spMk id="11" creationId="{B4EEF7F2-2D37-9043-2445-0F664F109DBB}"/>
          </ac:spMkLst>
        </pc:spChg>
        <pc:spChg chg="add del mod">
          <ac:chgData name="Declan McMorrow" userId="S::declanmcmorrow@msletb.ie::f54a03fa-fb99-494e-8ddb-19cf65bddfea" providerId="AD" clId="Web-{F7DA4768-8A67-0224-BD1D-525252548E32}" dt="2025-07-21T11:58:14.750" v="700"/>
          <ac:spMkLst>
            <pc:docMk/>
            <pc:sldMk cId="916468427" sldId="353"/>
            <ac:spMk id="13" creationId="{FFD2EBD0-ECEB-4569-F22D-381AE25AD328}"/>
          </ac:spMkLst>
        </pc:spChg>
        <pc:spChg chg="add mod">
          <ac:chgData name="Declan McMorrow" userId="S::declanmcmorrow@msletb.ie::f54a03fa-fb99-494e-8ddb-19cf65bddfea" providerId="AD" clId="Web-{F7DA4768-8A67-0224-BD1D-525252548E32}" dt="2025-07-21T11:59:09.394" v="718" actId="20577"/>
          <ac:spMkLst>
            <pc:docMk/>
            <pc:sldMk cId="916468427" sldId="353"/>
            <ac:spMk id="15" creationId="{DEC294B5-61DE-271E-BFFB-F8607ED4A504}"/>
          </ac:spMkLst>
        </pc:spChg>
        <pc:spChg chg="add mod">
          <ac:chgData name="Declan McMorrow" userId="S::declanmcmorrow@msletb.ie::f54a03fa-fb99-494e-8ddb-19cf65bddfea" providerId="AD" clId="Web-{F7DA4768-8A67-0224-BD1D-525252548E32}" dt="2025-07-21T11:59:29.193" v="725" actId="14100"/>
          <ac:spMkLst>
            <pc:docMk/>
            <pc:sldMk cId="916468427" sldId="353"/>
            <ac:spMk id="17" creationId="{B97D3D37-FDF1-5B89-4DEC-50C7F136AF01}"/>
          </ac:spMkLst>
        </pc:spChg>
        <pc:spChg chg="add del mod">
          <ac:chgData name="Declan McMorrow" userId="S::declanmcmorrow@msletb.ie::f54a03fa-fb99-494e-8ddb-19cf65bddfea" providerId="AD" clId="Web-{F7DA4768-8A67-0224-BD1D-525252548E32}" dt="2025-07-21T11:59:50.241" v="733"/>
          <ac:spMkLst>
            <pc:docMk/>
            <pc:sldMk cId="916468427" sldId="353"/>
            <ac:spMk id="18" creationId="{B421C809-4A85-4682-25E4-926ECE1FF00C}"/>
          </ac:spMkLst>
        </pc:spChg>
        <pc:graphicFrameChg chg="add del mod ord modGraphic">
          <ac:chgData name="Declan McMorrow" userId="S::declanmcmorrow@msletb.ie::f54a03fa-fb99-494e-8ddb-19cf65bddfea" providerId="AD" clId="Web-{F7DA4768-8A67-0224-BD1D-525252548E32}" dt="2025-07-21T11:57:24.433" v="692"/>
          <ac:graphicFrameMkLst>
            <pc:docMk/>
            <pc:sldMk cId="916468427" sldId="353"/>
            <ac:graphicFrameMk id="5" creationId="{70CC0AC1-2C87-E260-03AE-5EB2E8EDDD74}"/>
          </ac:graphicFrameMkLst>
        </pc:graphicFrameChg>
        <pc:graphicFrameChg chg="add del mod ord modGraphic">
          <ac:chgData name="Declan McMorrow" userId="S::declanmcmorrow@msletb.ie::f54a03fa-fb99-494e-8ddb-19cf65bddfea" providerId="AD" clId="Web-{F7DA4768-8A67-0224-BD1D-525252548E32}" dt="2025-07-21T11:57:43.044" v="699"/>
          <ac:graphicFrameMkLst>
            <pc:docMk/>
            <pc:sldMk cId="916468427" sldId="353"/>
            <ac:graphicFrameMk id="10" creationId="{1C1ACF9F-CA4A-C7CA-1BEB-B966B72C0349}"/>
          </ac:graphicFrameMkLst>
        </pc:graphicFrameChg>
        <pc:picChg chg="add mod ord">
          <ac:chgData name="Declan McMorrow" userId="S::declanmcmorrow@msletb.ie::f54a03fa-fb99-494e-8ddb-19cf65bddfea" providerId="AD" clId="Web-{F7DA4768-8A67-0224-BD1D-525252548E32}" dt="2025-07-21T11:58:24.125" v="703" actId="1076"/>
          <ac:picMkLst>
            <pc:docMk/>
            <pc:sldMk cId="916468427" sldId="353"/>
            <ac:picMk id="14" creationId="{40337F03-266A-CC7B-8DA4-047FBBFFF3E1}"/>
          </ac:picMkLst>
        </pc:picChg>
        <pc:picChg chg="add del mod">
          <ac:chgData name="Declan McMorrow" userId="S::declanmcmorrow@msletb.ie::f54a03fa-fb99-494e-8ddb-19cf65bddfea" providerId="AD" clId="Web-{F7DA4768-8A67-0224-BD1D-525252548E32}" dt="2025-07-21T11:59:11.754" v="720"/>
          <ac:picMkLst>
            <pc:docMk/>
            <pc:sldMk cId="916468427" sldId="353"/>
            <ac:picMk id="16" creationId="{2F65DF8A-6EFE-035E-85C0-0446C8DE4D3A}"/>
          </ac:picMkLst>
        </pc:picChg>
      </pc:sldChg>
      <pc:sldChg chg="modSp new">
        <pc:chgData name="Declan McMorrow" userId="S::declanmcmorrow@msletb.ie::f54a03fa-fb99-494e-8ddb-19cf65bddfea" providerId="AD" clId="Web-{F7DA4768-8A67-0224-BD1D-525252548E32}" dt="2025-07-21T12:00:27.041" v="738" actId="20577"/>
        <pc:sldMkLst>
          <pc:docMk/>
          <pc:sldMk cId="1889565769" sldId="354"/>
        </pc:sldMkLst>
        <pc:spChg chg="mod">
          <ac:chgData name="Declan McMorrow" userId="S::declanmcmorrow@msletb.ie::f54a03fa-fb99-494e-8ddb-19cf65bddfea" providerId="AD" clId="Web-{F7DA4768-8A67-0224-BD1D-525252548E32}" dt="2025-07-21T12:00:10.149" v="735" actId="20577"/>
          <ac:spMkLst>
            <pc:docMk/>
            <pc:sldMk cId="1889565769" sldId="354"/>
            <ac:spMk id="2" creationId="{A4ED77A3-E69F-7868-DF39-FAF9EC12904A}"/>
          </ac:spMkLst>
        </pc:spChg>
        <pc:spChg chg="mod">
          <ac:chgData name="Declan McMorrow" userId="S::declanmcmorrow@msletb.ie::f54a03fa-fb99-494e-8ddb-19cf65bddfea" providerId="AD" clId="Web-{F7DA4768-8A67-0224-BD1D-525252548E32}" dt="2025-07-21T12:00:27.041" v="738" actId="20577"/>
          <ac:spMkLst>
            <pc:docMk/>
            <pc:sldMk cId="1889565769" sldId="354"/>
            <ac:spMk id="3" creationId="{C27E11F6-8E86-096B-32D0-78E2E4BF8003}"/>
          </ac:spMkLst>
        </pc:spChg>
      </pc:sldChg>
      <pc:sldChg chg="modSp new">
        <pc:chgData name="Declan McMorrow" userId="S::declanmcmorrow@msletb.ie::f54a03fa-fb99-494e-8ddb-19cf65bddfea" providerId="AD" clId="Web-{F7DA4768-8A67-0224-BD1D-525252548E32}" dt="2025-07-21T12:01:03.013" v="744" actId="20577"/>
        <pc:sldMkLst>
          <pc:docMk/>
          <pc:sldMk cId="2501320201" sldId="355"/>
        </pc:sldMkLst>
        <pc:spChg chg="mod">
          <ac:chgData name="Declan McMorrow" userId="S::declanmcmorrow@msletb.ie::f54a03fa-fb99-494e-8ddb-19cf65bddfea" providerId="AD" clId="Web-{F7DA4768-8A67-0224-BD1D-525252548E32}" dt="2025-07-21T12:00:54.606" v="741" actId="20577"/>
          <ac:spMkLst>
            <pc:docMk/>
            <pc:sldMk cId="2501320201" sldId="355"/>
            <ac:spMk id="2" creationId="{711A3B4D-9644-F8AE-ECEA-E951499D387A}"/>
          </ac:spMkLst>
        </pc:spChg>
        <pc:spChg chg="mod">
          <ac:chgData name="Declan McMorrow" userId="S::declanmcmorrow@msletb.ie::f54a03fa-fb99-494e-8ddb-19cf65bddfea" providerId="AD" clId="Web-{F7DA4768-8A67-0224-BD1D-525252548E32}" dt="2025-07-21T12:01:03.013" v="744" actId="20577"/>
          <ac:spMkLst>
            <pc:docMk/>
            <pc:sldMk cId="2501320201" sldId="355"/>
            <ac:spMk id="3" creationId="{0F0DEBB5-0ADA-3227-B72A-F20B1E154090}"/>
          </ac:spMkLst>
        </pc:spChg>
      </pc:sldChg>
      <pc:sldChg chg="modSp new">
        <pc:chgData name="Declan McMorrow" userId="S::declanmcmorrow@msletb.ie::f54a03fa-fb99-494e-8ddb-19cf65bddfea" providerId="AD" clId="Web-{F7DA4768-8A67-0224-BD1D-525252548E32}" dt="2025-07-21T12:01:14.201" v="749" actId="20577"/>
        <pc:sldMkLst>
          <pc:docMk/>
          <pc:sldMk cId="1639568607" sldId="356"/>
        </pc:sldMkLst>
        <pc:spChg chg="mod">
          <ac:chgData name="Declan McMorrow" userId="S::declanmcmorrow@msletb.ie::f54a03fa-fb99-494e-8ddb-19cf65bddfea" providerId="AD" clId="Web-{F7DA4768-8A67-0224-BD1D-525252548E32}" dt="2025-07-21T12:01:07.341" v="746" actId="20577"/>
          <ac:spMkLst>
            <pc:docMk/>
            <pc:sldMk cId="1639568607" sldId="356"/>
            <ac:spMk id="2" creationId="{E3452996-D1E1-1F8B-E246-77F426711961}"/>
          </ac:spMkLst>
        </pc:spChg>
        <pc:spChg chg="mod">
          <ac:chgData name="Declan McMorrow" userId="S::declanmcmorrow@msletb.ie::f54a03fa-fb99-494e-8ddb-19cf65bddfea" providerId="AD" clId="Web-{F7DA4768-8A67-0224-BD1D-525252548E32}" dt="2025-07-21T12:01:14.201" v="749" actId="20577"/>
          <ac:spMkLst>
            <pc:docMk/>
            <pc:sldMk cId="1639568607" sldId="356"/>
            <ac:spMk id="3" creationId="{77D11FB3-38FB-8492-FC39-EE730EBAA074}"/>
          </ac:spMkLst>
        </pc:spChg>
      </pc:sldChg>
      <pc:sldChg chg="modSp new mod modClrScheme chgLayout">
        <pc:chgData name="Declan McMorrow" userId="S::declanmcmorrow@msletb.ie::f54a03fa-fb99-494e-8ddb-19cf65bddfea" providerId="AD" clId="Web-{F7DA4768-8A67-0224-BD1D-525252548E32}" dt="2025-07-21T13:01:43.045" v="754" actId="20577"/>
        <pc:sldMkLst>
          <pc:docMk/>
          <pc:sldMk cId="3897719498" sldId="357"/>
        </pc:sldMkLst>
        <pc:spChg chg="mod ord">
          <ac:chgData name="Declan McMorrow" userId="S::declanmcmorrow@msletb.ie::f54a03fa-fb99-494e-8ddb-19cf65bddfea" providerId="AD" clId="Web-{F7DA4768-8A67-0224-BD1D-525252548E32}" dt="2025-07-21T13:00:18.870" v="752" actId="20577"/>
          <ac:spMkLst>
            <pc:docMk/>
            <pc:sldMk cId="3897719498" sldId="357"/>
            <ac:spMk id="2" creationId="{08F092AA-3A9D-708D-616F-40E5775436B3}"/>
          </ac:spMkLst>
        </pc:spChg>
        <pc:spChg chg="mod ord">
          <ac:chgData name="Declan McMorrow" userId="S::declanmcmorrow@msletb.ie::f54a03fa-fb99-494e-8ddb-19cf65bddfea" providerId="AD" clId="Web-{F7DA4768-8A67-0224-BD1D-525252548E32}" dt="2025-07-21T13:01:43.045" v="754" actId="20577"/>
          <ac:spMkLst>
            <pc:docMk/>
            <pc:sldMk cId="3897719498" sldId="357"/>
            <ac:spMk id="3" creationId="{B065991A-BE9A-317B-341E-DAF6435A4AC6}"/>
          </ac:spMkLst>
        </pc:spChg>
      </pc:sldChg>
      <pc:sldChg chg="modSp new mod modClrScheme chgLayout">
        <pc:chgData name="Declan McMorrow" userId="S::declanmcmorrow@msletb.ie::f54a03fa-fb99-494e-8ddb-19cf65bddfea" providerId="AD" clId="Web-{F7DA4768-8A67-0224-BD1D-525252548E32}" dt="2025-07-21T13:02:03.765" v="764" actId="20577"/>
        <pc:sldMkLst>
          <pc:docMk/>
          <pc:sldMk cId="1428642112" sldId="358"/>
        </pc:sldMkLst>
        <pc:spChg chg="mod ord">
          <ac:chgData name="Declan McMorrow" userId="S::declanmcmorrow@msletb.ie::f54a03fa-fb99-494e-8ddb-19cf65bddfea" providerId="AD" clId="Web-{F7DA4768-8A67-0224-BD1D-525252548E32}" dt="2025-07-21T13:02:00.061" v="758" actId="20577"/>
          <ac:spMkLst>
            <pc:docMk/>
            <pc:sldMk cId="1428642112" sldId="358"/>
            <ac:spMk id="2" creationId="{64CFDF36-E5CD-B2B3-70E4-AAE26B72F04F}"/>
          </ac:spMkLst>
        </pc:spChg>
        <pc:spChg chg="mod ord">
          <ac:chgData name="Declan McMorrow" userId="S::declanmcmorrow@msletb.ie::f54a03fa-fb99-494e-8ddb-19cf65bddfea" providerId="AD" clId="Web-{F7DA4768-8A67-0224-BD1D-525252548E32}" dt="2025-07-21T13:02:03.765" v="764" actId="20577"/>
          <ac:spMkLst>
            <pc:docMk/>
            <pc:sldMk cId="1428642112" sldId="358"/>
            <ac:spMk id="3" creationId="{B11FC7D3-3F6C-EA0F-654B-1EC0E7DEFA12}"/>
          </ac:spMkLst>
        </pc:spChg>
      </pc:sldChg>
      <pc:sldChg chg="modSp new">
        <pc:chgData name="Declan McMorrow" userId="S::declanmcmorrow@msletb.ie::f54a03fa-fb99-494e-8ddb-19cf65bddfea" providerId="AD" clId="Web-{F7DA4768-8A67-0224-BD1D-525252548E32}" dt="2025-07-21T13:02:23.140" v="770" actId="20577"/>
        <pc:sldMkLst>
          <pc:docMk/>
          <pc:sldMk cId="2030629544" sldId="359"/>
        </pc:sldMkLst>
        <pc:spChg chg="mod">
          <ac:chgData name="Declan McMorrow" userId="S::declanmcmorrow@msletb.ie::f54a03fa-fb99-494e-8ddb-19cf65bddfea" providerId="AD" clId="Web-{F7DA4768-8A67-0224-BD1D-525252548E32}" dt="2025-07-21T13:02:09.671" v="766" actId="20577"/>
          <ac:spMkLst>
            <pc:docMk/>
            <pc:sldMk cId="2030629544" sldId="359"/>
            <ac:spMk id="2" creationId="{EB7D4B6D-707A-ACF0-C8F1-0C25DB1071BE}"/>
          </ac:spMkLst>
        </pc:spChg>
        <pc:spChg chg="mod">
          <ac:chgData name="Declan McMorrow" userId="S::declanmcmorrow@msletb.ie::f54a03fa-fb99-494e-8ddb-19cf65bddfea" providerId="AD" clId="Web-{F7DA4768-8A67-0224-BD1D-525252548E32}" dt="2025-07-21T13:02:23.140" v="770" actId="20577"/>
          <ac:spMkLst>
            <pc:docMk/>
            <pc:sldMk cId="2030629544" sldId="359"/>
            <ac:spMk id="3" creationId="{F50ED6E9-7809-DCCF-38A3-23C7A4A44F3E}"/>
          </ac:spMkLst>
        </pc:spChg>
      </pc:sldChg>
      <pc:sldChg chg="modSp new">
        <pc:chgData name="Declan McMorrow" userId="S::declanmcmorrow@msletb.ie::f54a03fa-fb99-494e-8ddb-19cf65bddfea" providerId="AD" clId="Web-{F7DA4768-8A67-0224-BD1D-525252548E32}" dt="2025-07-21T13:03:02.063" v="777" actId="20577"/>
        <pc:sldMkLst>
          <pc:docMk/>
          <pc:sldMk cId="635016156" sldId="360"/>
        </pc:sldMkLst>
        <pc:spChg chg="mod">
          <ac:chgData name="Declan McMorrow" userId="S::declanmcmorrow@msletb.ie::f54a03fa-fb99-494e-8ddb-19cf65bddfea" providerId="AD" clId="Web-{F7DA4768-8A67-0224-BD1D-525252548E32}" dt="2025-07-21T13:02:35.313" v="773" actId="20577"/>
          <ac:spMkLst>
            <pc:docMk/>
            <pc:sldMk cId="635016156" sldId="360"/>
            <ac:spMk id="2" creationId="{218B072E-8257-EBCB-1A3A-E3EFFDBB0611}"/>
          </ac:spMkLst>
        </pc:spChg>
        <pc:spChg chg="mod">
          <ac:chgData name="Declan McMorrow" userId="S::declanmcmorrow@msletb.ie::f54a03fa-fb99-494e-8ddb-19cf65bddfea" providerId="AD" clId="Web-{F7DA4768-8A67-0224-BD1D-525252548E32}" dt="2025-07-21T13:03:02.063" v="777" actId="20577"/>
          <ac:spMkLst>
            <pc:docMk/>
            <pc:sldMk cId="635016156" sldId="360"/>
            <ac:spMk id="3" creationId="{C5C739F4-F189-773A-DA7F-FB92EC8847B4}"/>
          </ac:spMkLst>
        </pc:spChg>
      </pc:sldChg>
      <pc:sldChg chg="modSp new">
        <pc:chgData name="Declan McMorrow" userId="S::declanmcmorrow@msletb.ie::f54a03fa-fb99-494e-8ddb-19cf65bddfea" providerId="AD" clId="Web-{F7DA4768-8A67-0224-BD1D-525252548E32}" dt="2025-07-21T13:03:19.205" v="781" actId="20577"/>
        <pc:sldMkLst>
          <pc:docMk/>
          <pc:sldMk cId="215516267" sldId="361"/>
        </pc:sldMkLst>
        <pc:spChg chg="mod">
          <ac:chgData name="Declan McMorrow" userId="S::declanmcmorrow@msletb.ie::f54a03fa-fb99-494e-8ddb-19cf65bddfea" providerId="AD" clId="Web-{F7DA4768-8A67-0224-BD1D-525252548E32}" dt="2025-07-21T13:03:09.407" v="779" actId="20577"/>
          <ac:spMkLst>
            <pc:docMk/>
            <pc:sldMk cId="215516267" sldId="361"/>
            <ac:spMk id="2" creationId="{6735B720-F87C-715D-689A-82C6068F1F82}"/>
          </ac:spMkLst>
        </pc:spChg>
        <pc:spChg chg="mod">
          <ac:chgData name="Declan McMorrow" userId="S::declanmcmorrow@msletb.ie::f54a03fa-fb99-494e-8ddb-19cf65bddfea" providerId="AD" clId="Web-{F7DA4768-8A67-0224-BD1D-525252548E32}" dt="2025-07-21T13:03:19.205" v="781" actId="20577"/>
          <ac:spMkLst>
            <pc:docMk/>
            <pc:sldMk cId="215516267" sldId="361"/>
            <ac:spMk id="3" creationId="{7711EBB3-9CA2-D9C1-9FC6-E29C90AB2007}"/>
          </ac:spMkLst>
        </pc:spChg>
      </pc:sldChg>
      <pc:sldChg chg="modSp new mod modClrScheme chgLayout">
        <pc:chgData name="Declan McMorrow" userId="S::declanmcmorrow@msletb.ie::f54a03fa-fb99-494e-8ddb-19cf65bddfea" providerId="AD" clId="Web-{F7DA4768-8A67-0224-BD1D-525252548E32}" dt="2025-07-21T13:03:37.424" v="786" actId="20577"/>
        <pc:sldMkLst>
          <pc:docMk/>
          <pc:sldMk cId="1407080000" sldId="362"/>
        </pc:sldMkLst>
        <pc:spChg chg="mod ord">
          <ac:chgData name="Declan McMorrow" userId="S::declanmcmorrow@msletb.ie::f54a03fa-fb99-494e-8ddb-19cf65bddfea" providerId="AD" clId="Web-{F7DA4768-8A67-0224-BD1D-525252548E32}" dt="2025-07-21T13:03:36.221" v="785" actId="20577"/>
          <ac:spMkLst>
            <pc:docMk/>
            <pc:sldMk cId="1407080000" sldId="362"/>
            <ac:spMk id="2" creationId="{08F6C004-64F9-B1A0-785B-BFBD638B713B}"/>
          </ac:spMkLst>
        </pc:spChg>
        <pc:spChg chg="mod ord">
          <ac:chgData name="Declan McMorrow" userId="S::declanmcmorrow@msletb.ie::f54a03fa-fb99-494e-8ddb-19cf65bddfea" providerId="AD" clId="Web-{F7DA4768-8A67-0224-BD1D-525252548E32}" dt="2025-07-21T13:03:37.424" v="786" actId="20577"/>
          <ac:spMkLst>
            <pc:docMk/>
            <pc:sldMk cId="1407080000" sldId="362"/>
            <ac:spMk id="3" creationId="{6A87FBCF-E848-C53B-9A98-E536A0A86E9B}"/>
          </ac:spMkLst>
        </pc:spChg>
      </pc:sldChg>
      <pc:sldChg chg="modSp new mod modClrScheme chgLayout">
        <pc:chgData name="Declan McMorrow" userId="S::declanmcmorrow@msletb.ie::f54a03fa-fb99-494e-8ddb-19cf65bddfea" providerId="AD" clId="Web-{F7DA4768-8A67-0224-BD1D-525252548E32}" dt="2025-07-21T13:04:00.815" v="793" actId="20577"/>
        <pc:sldMkLst>
          <pc:docMk/>
          <pc:sldMk cId="2745394447" sldId="363"/>
        </pc:sldMkLst>
        <pc:spChg chg="mod ord">
          <ac:chgData name="Declan McMorrow" userId="S::declanmcmorrow@msletb.ie::f54a03fa-fb99-494e-8ddb-19cf65bddfea" providerId="AD" clId="Web-{F7DA4768-8A67-0224-BD1D-525252548E32}" dt="2025-07-21T13:03:53.534" v="789" actId="20577"/>
          <ac:spMkLst>
            <pc:docMk/>
            <pc:sldMk cId="2745394447" sldId="363"/>
            <ac:spMk id="2" creationId="{6D1B2530-A0E3-A104-4579-3E006C4A9FB9}"/>
          </ac:spMkLst>
        </pc:spChg>
        <pc:spChg chg="mod ord">
          <ac:chgData name="Declan McMorrow" userId="S::declanmcmorrow@msletb.ie::f54a03fa-fb99-494e-8ddb-19cf65bddfea" providerId="AD" clId="Web-{F7DA4768-8A67-0224-BD1D-525252548E32}" dt="2025-07-21T13:04:00.815" v="793" actId="20577"/>
          <ac:spMkLst>
            <pc:docMk/>
            <pc:sldMk cId="2745394447" sldId="363"/>
            <ac:spMk id="3" creationId="{03797E5F-5A49-24C7-C355-2BC84E314D04}"/>
          </ac:spMkLst>
        </pc:spChg>
      </pc:sldChg>
      <pc:sldChg chg="modSp new">
        <pc:chgData name="Declan McMorrow" userId="S::declanmcmorrow@msletb.ie::f54a03fa-fb99-494e-8ddb-19cf65bddfea" providerId="AD" clId="Web-{F7DA4768-8A67-0224-BD1D-525252548E32}" dt="2025-07-21T13:04:21.332" v="799" actId="20577"/>
        <pc:sldMkLst>
          <pc:docMk/>
          <pc:sldMk cId="1724156540" sldId="364"/>
        </pc:sldMkLst>
        <pc:spChg chg="mod">
          <ac:chgData name="Declan McMorrow" userId="S::declanmcmorrow@msletb.ie::f54a03fa-fb99-494e-8ddb-19cf65bddfea" providerId="AD" clId="Web-{F7DA4768-8A67-0224-BD1D-525252548E32}" dt="2025-07-21T13:04:08.066" v="795" actId="20577"/>
          <ac:spMkLst>
            <pc:docMk/>
            <pc:sldMk cId="1724156540" sldId="364"/>
            <ac:spMk id="2" creationId="{81CEF567-568D-C19A-81ED-479A2EA27136}"/>
          </ac:spMkLst>
        </pc:spChg>
        <pc:spChg chg="mod">
          <ac:chgData name="Declan McMorrow" userId="S::declanmcmorrow@msletb.ie::f54a03fa-fb99-494e-8ddb-19cf65bddfea" providerId="AD" clId="Web-{F7DA4768-8A67-0224-BD1D-525252548E32}" dt="2025-07-21T13:04:21.332" v="799" actId="20577"/>
          <ac:spMkLst>
            <pc:docMk/>
            <pc:sldMk cId="1724156540" sldId="364"/>
            <ac:spMk id="3" creationId="{1D7C27AF-5C5A-9D04-EF9C-B91C3A5AE560}"/>
          </ac:spMkLst>
        </pc:spChg>
      </pc:sldChg>
      <pc:sldChg chg="modSp new">
        <pc:chgData name="Declan McMorrow" userId="S::declanmcmorrow@msletb.ie::f54a03fa-fb99-494e-8ddb-19cf65bddfea" providerId="AD" clId="Web-{F7DA4768-8A67-0224-BD1D-525252548E32}" dt="2025-07-21T13:04:31.316" v="803" actId="20577"/>
        <pc:sldMkLst>
          <pc:docMk/>
          <pc:sldMk cId="2400808179" sldId="365"/>
        </pc:sldMkLst>
        <pc:spChg chg="mod">
          <ac:chgData name="Declan McMorrow" userId="S::declanmcmorrow@msletb.ie::f54a03fa-fb99-494e-8ddb-19cf65bddfea" providerId="AD" clId="Web-{F7DA4768-8A67-0224-BD1D-525252548E32}" dt="2025-07-21T13:04:25.520" v="801" actId="20577"/>
          <ac:spMkLst>
            <pc:docMk/>
            <pc:sldMk cId="2400808179" sldId="365"/>
            <ac:spMk id="2" creationId="{AB4115C7-646E-C324-2FF8-72623EAC0207}"/>
          </ac:spMkLst>
        </pc:spChg>
        <pc:spChg chg="mod">
          <ac:chgData name="Declan McMorrow" userId="S::declanmcmorrow@msletb.ie::f54a03fa-fb99-494e-8ddb-19cf65bddfea" providerId="AD" clId="Web-{F7DA4768-8A67-0224-BD1D-525252548E32}" dt="2025-07-21T13:04:31.316" v="803" actId="20577"/>
          <ac:spMkLst>
            <pc:docMk/>
            <pc:sldMk cId="2400808179" sldId="365"/>
            <ac:spMk id="3" creationId="{76015D76-D2CB-D0E0-393D-1309DC1B63F6}"/>
          </ac:spMkLst>
        </pc:spChg>
      </pc:sldChg>
      <pc:sldChg chg="modSp new">
        <pc:chgData name="Declan McMorrow" userId="S::declanmcmorrow@msletb.ie::f54a03fa-fb99-494e-8ddb-19cf65bddfea" providerId="AD" clId="Web-{F7DA4768-8A67-0224-BD1D-525252548E32}" dt="2025-07-21T13:04:43.598" v="808" actId="20577"/>
        <pc:sldMkLst>
          <pc:docMk/>
          <pc:sldMk cId="2379742645" sldId="366"/>
        </pc:sldMkLst>
        <pc:spChg chg="mod">
          <ac:chgData name="Declan McMorrow" userId="S::declanmcmorrow@msletb.ie::f54a03fa-fb99-494e-8ddb-19cf65bddfea" providerId="AD" clId="Web-{F7DA4768-8A67-0224-BD1D-525252548E32}" dt="2025-07-21T13:04:38.332" v="805" actId="20577"/>
          <ac:spMkLst>
            <pc:docMk/>
            <pc:sldMk cId="2379742645" sldId="366"/>
            <ac:spMk id="2" creationId="{9FC5B62A-0323-88B7-9B3C-1C015A141686}"/>
          </ac:spMkLst>
        </pc:spChg>
        <pc:spChg chg="mod">
          <ac:chgData name="Declan McMorrow" userId="S::declanmcmorrow@msletb.ie::f54a03fa-fb99-494e-8ddb-19cf65bddfea" providerId="AD" clId="Web-{F7DA4768-8A67-0224-BD1D-525252548E32}" dt="2025-07-21T13:04:43.598" v="808" actId="20577"/>
          <ac:spMkLst>
            <pc:docMk/>
            <pc:sldMk cId="2379742645" sldId="366"/>
            <ac:spMk id="3" creationId="{5110AC02-F584-8F8D-7783-18F5406E7FC6}"/>
          </ac:spMkLst>
        </pc:spChg>
      </pc:sldChg>
      <pc:sldChg chg="modSp new">
        <pc:chgData name="Declan McMorrow" userId="S::declanmcmorrow@msletb.ie::f54a03fa-fb99-494e-8ddb-19cf65bddfea" providerId="AD" clId="Web-{F7DA4768-8A67-0224-BD1D-525252548E32}" dt="2025-07-21T13:05:04.318" v="812" actId="20577"/>
        <pc:sldMkLst>
          <pc:docMk/>
          <pc:sldMk cId="1232195453" sldId="367"/>
        </pc:sldMkLst>
        <pc:spChg chg="mod">
          <ac:chgData name="Declan McMorrow" userId="S::declanmcmorrow@msletb.ie::f54a03fa-fb99-494e-8ddb-19cf65bddfea" providerId="AD" clId="Web-{F7DA4768-8A67-0224-BD1D-525252548E32}" dt="2025-07-21T13:04:57.427" v="810" actId="20577"/>
          <ac:spMkLst>
            <pc:docMk/>
            <pc:sldMk cId="1232195453" sldId="367"/>
            <ac:spMk id="2" creationId="{EC6F4714-3345-36EE-D570-3548A2100956}"/>
          </ac:spMkLst>
        </pc:spChg>
        <pc:spChg chg="mod">
          <ac:chgData name="Declan McMorrow" userId="S::declanmcmorrow@msletb.ie::f54a03fa-fb99-494e-8ddb-19cf65bddfea" providerId="AD" clId="Web-{F7DA4768-8A67-0224-BD1D-525252548E32}" dt="2025-07-21T13:05:04.318" v="812" actId="20577"/>
          <ac:spMkLst>
            <pc:docMk/>
            <pc:sldMk cId="1232195453" sldId="367"/>
            <ac:spMk id="3" creationId="{7D249AFD-2A05-C39D-6EF3-A0F7ED7141DE}"/>
          </ac:spMkLst>
        </pc:spChg>
      </pc:sldChg>
      <pc:sldChg chg="modSp new mod modClrScheme chgLayout">
        <pc:chgData name="Declan McMorrow" userId="S::declanmcmorrow@msletb.ie::f54a03fa-fb99-494e-8ddb-19cf65bddfea" providerId="AD" clId="Web-{F7DA4768-8A67-0224-BD1D-525252548E32}" dt="2025-07-21T13:06:33.289" v="817" actId="20577"/>
        <pc:sldMkLst>
          <pc:docMk/>
          <pc:sldMk cId="877504133" sldId="368"/>
        </pc:sldMkLst>
        <pc:spChg chg="mod ord">
          <ac:chgData name="Declan McMorrow" userId="S::declanmcmorrow@msletb.ie::f54a03fa-fb99-494e-8ddb-19cf65bddfea" providerId="AD" clId="Web-{F7DA4768-8A67-0224-BD1D-525252548E32}" dt="2025-07-21T13:05:23.147" v="815" actId="20577"/>
          <ac:spMkLst>
            <pc:docMk/>
            <pc:sldMk cId="877504133" sldId="368"/>
            <ac:spMk id="2" creationId="{1B2596E5-7B44-F2CB-DCB5-73C0C0F89D89}"/>
          </ac:spMkLst>
        </pc:spChg>
        <pc:spChg chg="mod ord">
          <ac:chgData name="Declan McMorrow" userId="S::declanmcmorrow@msletb.ie::f54a03fa-fb99-494e-8ddb-19cf65bddfea" providerId="AD" clId="Web-{F7DA4768-8A67-0224-BD1D-525252548E32}" dt="2025-07-21T13:06:33.289" v="817" actId="20577"/>
          <ac:spMkLst>
            <pc:docMk/>
            <pc:sldMk cId="877504133" sldId="368"/>
            <ac:spMk id="3" creationId="{BB3B9B31-22E1-35B2-3DEB-0E0B05F36142}"/>
          </ac:spMkLst>
        </pc:spChg>
      </pc:sldChg>
      <pc:sldChg chg="modSp new mod modClrScheme chgLayout">
        <pc:chgData name="Declan McMorrow" userId="S::declanmcmorrow@msletb.ie::f54a03fa-fb99-494e-8ddb-19cf65bddfea" providerId="AD" clId="Web-{F7DA4768-8A67-0224-BD1D-525252548E32}" dt="2025-07-21T13:10:43.485" v="823" actId="20577"/>
        <pc:sldMkLst>
          <pc:docMk/>
          <pc:sldMk cId="3569102355" sldId="369"/>
        </pc:sldMkLst>
        <pc:spChg chg="mod ord">
          <ac:chgData name="Declan McMorrow" userId="S::declanmcmorrow@msletb.ie::f54a03fa-fb99-494e-8ddb-19cf65bddfea" providerId="AD" clId="Web-{F7DA4768-8A67-0224-BD1D-525252548E32}" dt="2025-07-21T13:10:35.970" v="820" actId="20577"/>
          <ac:spMkLst>
            <pc:docMk/>
            <pc:sldMk cId="3569102355" sldId="369"/>
            <ac:spMk id="2" creationId="{AFBDA0FA-EB62-972D-204A-0F9E42082890}"/>
          </ac:spMkLst>
        </pc:spChg>
        <pc:spChg chg="mod ord">
          <ac:chgData name="Declan McMorrow" userId="S::declanmcmorrow@msletb.ie::f54a03fa-fb99-494e-8ddb-19cf65bddfea" providerId="AD" clId="Web-{F7DA4768-8A67-0224-BD1D-525252548E32}" dt="2025-07-21T13:10:43.485" v="823" actId="20577"/>
          <ac:spMkLst>
            <pc:docMk/>
            <pc:sldMk cId="3569102355" sldId="369"/>
            <ac:spMk id="3" creationId="{F7F44720-8B8A-6769-9F55-5F29E6B3469E}"/>
          </ac:spMkLst>
        </pc:spChg>
      </pc:sldChg>
      <pc:sldChg chg="modSp new">
        <pc:chgData name="Declan McMorrow" userId="S::declanmcmorrow@msletb.ie::f54a03fa-fb99-494e-8ddb-19cf65bddfea" providerId="AD" clId="Web-{F7DA4768-8A67-0224-BD1D-525252548E32}" dt="2025-07-21T13:10:59.392" v="828" actId="20577"/>
        <pc:sldMkLst>
          <pc:docMk/>
          <pc:sldMk cId="76936654" sldId="370"/>
        </pc:sldMkLst>
        <pc:spChg chg="mod">
          <ac:chgData name="Declan McMorrow" userId="S::declanmcmorrow@msletb.ie::f54a03fa-fb99-494e-8ddb-19cf65bddfea" providerId="AD" clId="Web-{F7DA4768-8A67-0224-BD1D-525252548E32}" dt="2025-07-21T13:10:51.501" v="825" actId="20577"/>
          <ac:spMkLst>
            <pc:docMk/>
            <pc:sldMk cId="76936654" sldId="370"/>
            <ac:spMk id="2" creationId="{764CAC6C-8BA5-ED15-DE8D-0279E8B79BDB}"/>
          </ac:spMkLst>
        </pc:spChg>
        <pc:spChg chg="mod">
          <ac:chgData name="Declan McMorrow" userId="S::declanmcmorrow@msletb.ie::f54a03fa-fb99-494e-8ddb-19cf65bddfea" providerId="AD" clId="Web-{F7DA4768-8A67-0224-BD1D-525252548E32}" dt="2025-07-21T13:10:59.392" v="828" actId="20577"/>
          <ac:spMkLst>
            <pc:docMk/>
            <pc:sldMk cId="76936654" sldId="370"/>
            <ac:spMk id="3" creationId="{0CBEB4A2-C483-3034-19F5-F9E5D950B59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7/22/2025</a:t>
            </a:fld>
            <a:endParaRPr lang="en-US" dirty="0"/>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dirty="0"/>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7/22/2025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dirty="0"/>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dirty="0"/>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it takes very little energy to free that single valence electron in a copper atom comes down to two main factors:</a:t>
            </a:r>
          </a:p>
          <a:p>
            <a:pPr marL="285750" indent="-285750">
              <a:buFont typeface="Arial"/>
              <a:buChar char="•"/>
            </a:pPr>
            <a:r>
              <a:rPr lang="en-US" b="1" dirty="0"/>
              <a:t>Distance from the Nucleus:</a:t>
            </a:r>
            <a:r>
              <a:rPr lang="en-US" dirty="0"/>
              <a:t> The valence shell is the furthest shell from the positive pull of the nucleus. According to Coulomb's Law, the force of attraction between positive and negative charges gets much weaker as they get further apart. That single electron is so far away that the nucleus has only a very weak grip on it.</a:t>
            </a:r>
          </a:p>
          <a:p>
            <a:pPr marL="285750" indent="-285750">
              <a:buFont typeface="Arial"/>
              <a:buChar char="•"/>
            </a:pPr>
            <a:r>
              <a:rPr lang="en-US" b="1" dirty="0"/>
              <a:t>Shielding Effect:</a:t>
            </a:r>
            <a:r>
              <a:rPr lang="en-US" dirty="0"/>
              <a:t> The 28 electrons in the inner shells create a repulsive negative force that "shields" or screens the single valence electron from the full attractive pull of the 29 positive protons in the nucleus.</a:t>
            </a:r>
          </a:p>
          <a:p>
            <a:r>
              <a:rPr lang="en-US" dirty="0"/>
              <a:t>Think of it like the nucleus is a magnet. The valence electron is a tiny piece of metal held far away, with lots of other pieces of metal in between blocking the magnetic field. Because it's so far away and shielded, the magnetic pull is extremely weak, and it takes just a tiny nudge of energy to break it free. This is what makes copper an excellent conductor.</a:t>
            </a:r>
          </a:p>
          <a:p>
            <a:endParaRPr lang="en-US" dirty="0">
              <a:ea typeface="Calibri"/>
              <a:cs typeface="Calibri"/>
            </a:endParaRPr>
          </a:p>
          <a:p>
            <a:endParaRPr lang="en-US" dirty="0">
              <a:ea typeface="Calibri"/>
              <a:cs typeface="Calibri"/>
            </a:endParaRPr>
          </a:p>
          <a:p>
            <a:r>
              <a:rPr lang="en-US"/>
              <a:t>The reason it takes a huge amount of energy to remove an electron from an atom like Neon is due to </a:t>
            </a:r>
            <a:r>
              <a:rPr lang="en-US" b="1"/>
              <a:t>atomic stability</a:t>
            </a:r>
            <a:r>
              <a:rPr lang="en-US"/>
              <a:t>. Here’s a breakdown based on the concepts in your Canvas slides:</a:t>
            </a:r>
          </a:p>
          <a:p>
            <a:pPr marL="171450" indent="-171450">
              <a:buFont typeface="Arial"/>
              <a:buChar char="•"/>
            </a:pPr>
            <a:r>
              <a:rPr lang="en-US" b="1"/>
              <a:t>Full Valence Shell:</a:t>
            </a:r>
            <a:r>
              <a:rPr lang="en-US"/>
              <a:t> As shown on Slide 10, a Neon atom has 8 electrons in its valence shell. In chemistry and physics, having a full outer shell is a very stable and "happy" state for an atom. The atom has no natural tendency to give up any of these electrons because doing so would break this perfect stability.</a:t>
            </a:r>
          </a:p>
          <a:p>
            <a:pPr marL="171450" indent="-171450">
              <a:buFont typeface="Arial"/>
              <a:buChar char="•"/>
            </a:pPr>
            <a:r>
              <a:rPr lang="en-US" b="1"/>
              <a:t>Strong Attraction:</a:t>
            </a:r>
            <a:r>
              <a:rPr lang="en-US"/>
              <a:t> The 10 positive protons in the nucleus create a strong, balanced attractive force on the 10 negative electrons. Because the outer shell is perfectly full, the electrons are held very tightly and uniformly in place.</a:t>
            </a:r>
          </a:p>
          <a:p>
            <a:r>
              <a:rPr lang="en-US"/>
              <a:t>To remove an electron, you would have to supply enough energy to overcome this strong attraction and break apart that stable, full shell. This is fundamentally different from a conductor like copper, which has a single, loosely held electron that it can give up easily to become more stable.</a:t>
            </a: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63359F2-43EF-4812-9DC0-98C0B1A40681}" type="slidenum">
              <a:rPr lang="en-US" smtClean="0"/>
              <a:t>13</a:t>
            </a:fld>
            <a:endParaRPr lang="en-US" dirty="0"/>
          </a:p>
        </p:txBody>
      </p:sp>
    </p:spTree>
    <p:extLst>
      <p:ext uri="{BB962C8B-B14F-4D97-AF65-F5344CB8AC3E}">
        <p14:creationId xmlns:p14="http://schemas.microsoft.com/office/powerpoint/2010/main" val="1202366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7095617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5216222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620489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7124459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56676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701270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96369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4822553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3300448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488591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630456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dirty="0"/>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2186295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26BD44-2224-46FF-A4E7-9C9FFE19726B}"/>
              </a:ext>
            </a:extLst>
          </p:cNvPr>
          <p:cNvSpPr>
            <a:spLocks noGrp="1"/>
          </p:cNvSpPr>
          <p:nvPr>
            <p:ph type="title"/>
          </p:nvPr>
        </p:nvSpPr>
        <p:spPr>
          <a:xfrm>
            <a:off x="457200" y="640079"/>
            <a:ext cx="3657600" cy="2100851"/>
          </a:xfrm>
        </p:spPr>
        <p:txBody>
          <a:bodyPr>
            <a:noAutofit/>
          </a:bodyPr>
          <a:lstStyle>
            <a:lvl1pPr>
              <a:defRPr/>
            </a:lvl1pPr>
          </a:lstStyle>
          <a:p>
            <a:endParaRPr lang="en-US" dirty="0"/>
          </a:p>
        </p:txBody>
      </p:sp>
      <p:sp>
        <p:nvSpPr>
          <p:cNvPr id="2" name="Content Placeholder 5">
            <a:extLst>
              <a:ext uri="{FF2B5EF4-FFF2-40B4-BE49-F238E27FC236}">
                <a16:creationId xmlns:a16="http://schemas.microsoft.com/office/drawing/2014/main" id="{FC87D77D-2EA4-028B-1ACF-E1120CE8F0E0}"/>
              </a:ext>
            </a:extLst>
          </p:cNvPr>
          <p:cNvSpPr>
            <a:spLocks noGrp="1"/>
          </p:cNvSpPr>
          <p:nvPr>
            <p:ph sz="quarter" idx="4" hasCustomPrompt="1"/>
          </p:nvPr>
        </p:nvSpPr>
        <p:spPr>
          <a:xfrm>
            <a:off x="457201" y="2862470"/>
            <a:ext cx="3657600" cy="3510898"/>
          </a:xfrm>
        </p:spPr>
        <p:txBody>
          <a:bodyPr anchor="t" anchorCtr="0">
            <a:normAutofit/>
          </a:bodyPr>
          <a:lstStyle>
            <a:lvl1pPr marL="0" indent="0">
              <a:buNone/>
              <a:defRPr/>
            </a:lvl1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CCFA45C0-9EBE-13AF-9B5D-9D5F4BF223E0}"/>
              </a:ext>
            </a:extLst>
          </p:cNvPr>
          <p:cNvSpPr>
            <a:spLocks noGrp="1"/>
          </p:cNvSpPr>
          <p:nvPr>
            <p:ph type="pic" sz="quarter" idx="13" hasCustomPrompt="1"/>
          </p:nvPr>
        </p:nvSpPr>
        <p:spPr>
          <a:xfrm>
            <a:off x="4242815" y="640080"/>
            <a:ext cx="7491984" cy="5751576"/>
          </a:xfrm>
          <a:custGeom>
            <a:avLst/>
            <a:gdLst>
              <a:gd name="connsiteX0" fmla="*/ 3800341 w 7491984"/>
              <a:gd name="connsiteY0" fmla="*/ 0 h 5751576"/>
              <a:gd name="connsiteX1" fmla="*/ 7491984 w 7491984"/>
              <a:gd name="connsiteY1" fmla="*/ 0 h 5751576"/>
              <a:gd name="connsiteX2" fmla="*/ 7491984 w 7491984"/>
              <a:gd name="connsiteY2" fmla="*/ 5751576 h 5751576"/>
              <a:gd name="connsiteX3" fmla="*/ 3800341 w 7491984"/>
              <a:gd name="connsiteY3" fmla="*/ 5751576 h 5751576"/>
              <a:gd name="connsiteX4" fmla="*/ 0 w 7491984"/>
              <a:gd name="connsiteY4" fmla="*/ 0 h 5751576"/>
              <a:gd name="connsiteX5" fmla="*/ 3696432 w 7491984"/>
              <a:gd name="connsiteY5" fmla="*/ 0 h 5751576"/>
              <a:gd name="connsiteX6" fmla="*/ 3696432 w 7491984"/>
              <a:gd name="connsiteY6" fmla="*/ 5751576 h 5751576"/>
              <a:gd name="connsiteX7" fmla="*/ 0 w 7491984"/>
              <a:gd name="connsiteY7" fmla="*/ 5751576 h 57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1984" h="5751576">
                <a:moveTo>
                  <a:pt x="3800341" y="0"/>
                </a:moveTo>
                <a:lnTo>
                  <a:pt x="7491984" y="0"/>
                </a:lnTo>
                <a:lnTo>
                  <a:pt x="7491984" y="5751576"/>
                </a:lnTo>
                <a:lnTo>
                  <a:pt x="3800341" y="5751576"/>
                </a:lnTo>
                <a:close/>
                <a:moveTo>
                  <a:pt x="0" y="0"/>
                </a:moveTo>
                <a:lnTo>
                  <a:pt x="3696432" y="0"/>
                </a:lnTo>
                <a:lnTo>
                  <a:pt x="3696432" y="5751576"/>
                </a:lnTo>
                <a:lnTo>
                  <a:pt x="0" y="575157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9" name="Date Placeholder 8">
            <a:extLst>
              <a:ext uri="{FF2B5EF4-FFF2-40B4-BE49-F238E27FC236}">
                <a16:creationId xmlns:a16="http://schemas.microsoft.com/office/drawing/2014/main" id="{D5DDC5FA-EEDB-898F-533E-4094ADA899B9}"/>
              </a:ext>
            </a:extLst>
          </p:cNvPr>
          <p:cNvSpPr>
            <a:spLocks noGrp="1"/>
          </p:cNvSpPr>
          <p:nvPr>
            <p:ph type="dt" sz="half" idx="15"/>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E79B0359-4B55-D899-E584-A8E6B2ED9123}"/>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6B916D02-76FE-EAED-CC51-A50448811F7D}"/>
              </a:ext>
            </a:extLst>
          </p:cNvPr>
          <p:cNvSpPr>
            <a:spLocks noGrp="1"/>
          </p:cNvSpPr>
          <p:nvPr>
            <p:ph type="sldNum" sz="quarter" idx="17"/>
          </p:nvPr>
        </p:nvSpPr>
        <p:spPr>
          <a:xfrm>
            <a:off x="10682289"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359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E787D40-90B5-470E-95A2-784F1CB479C9}"/>
              </a:ext>
            </a:extLst>
          </p:cNvPr>
          <p:cNvSpPr>
            <a:spLocks noGrp="1"/>
          </p:cNvSpPr>
          <p:nvPr>
            <p:ph type="ctrTitle" hasCustomPrompt="1"/>
          </p:nvPr>
        </p:nvSpPr>
        <p:spPr>
          <a:xfrm>
            <a:off x="449580" y="4423702"/>
            <a:ext cx="11292839" cy="1550378"/>
          </a:xfrm>
        </p:spPr>
        <p:txBody>
          <a:bodyPr>
            <a:noAutofit/>
          </a:bodyPr>
          <a:lstStyle>
            <a:lvl1pPr algn="ctr">
              <a:defRPr/>
            </a:lvl1pPr>
          </a:lstStyle>
          <a:p>
            <a:r>
              <a:rPr lang="en-US" dirty="0"/>
              <a:t>Click to add title</a:t>
            </a:r>
          </a:p>
        </p:txBody>
      </p:sp>
      <p:sp>
        <p:nvSpPr>
          <p:cNvPr id="3" name="Picture Placeholder 2">
            <a:extLst>
              <a:ext uri="{FF2B5EF4-FFF2-40B4-BE49-F238E27FC236}">
                <a16:creationId xmlns:a16="http://schemas.microsoft.com/office/drawing/2014/main" id="{D528BC27-38F1-47F3-EC35-7DD8B88A7533}"/>
              </a:ext>
            </a:extLst>
          </p:cNvPr>
          <p:cNvSpPr>
            <a:spLocks noGrp="1"/>
          </p:cNvSpPr>
          <p:nvPr>
            <p:ph type="pic" sz="quarter" idx="13" hasCustomPrompt="1"/>
          </p:nvPr>
        </p:nvSpPr>
        <p:spPr>
          <a:xfrm>
            <a:off x="449580" y="705104"/>
            <a:ext cx="11292840" cy="3643376"/>
          </a:xfrm>
          <a:custGeom>
            <a:avLst/>
            <a:gdLst>
              <a:gd name="connsiteX0" fmla="*/ 7593576 w 11292840"/>
              <a:gd name="connsiteY0" fmla="*/ 0 h 3643376"/>
              <a:gd name="connsiteX1" fmla="*/ 11292840 w 11292840"/>
              <a:gd name="connsiteY1" fmla="*/ 0 h 3643376"/>
              <a:gd name="connsiteX2" fmla="*/ 11292840 w 11292840"/>
              <a:gd name="connsiteY2" fmla="*/ 3643376 h 3643376"/>
              <a:gd name="connsiteX3" fmla="*/ 7593576 w 11292840"/>
              <a:gd name="connsiteY3" fmla="*/ 3643376 h 3643376"/>
              <a:gd name="connsiteX4" fmla="*/ 0 w 11292840"/>
              <a:gd name="connsiteY4" fmla="*/ 0 h 3643376"/>
              <a:gd name="connsiteX5" fmla="*/ 7489667 w 11292840"/>
              <a:gd name="connsiteY5" fmla="*/ 0 h 3643376"/>
              <a:gd name="connsiteX6" fmla="*/ 7489667 w 11292840"/>
              <a:gd name="connsiteY6" fmla="*/ 3643376 h 3643376"/>
              <a:gd name="connsiteX7" fmla="*/ 0 w 11292840"/>
              <a:gd name="connsiteY7" fmla="*/ 3643376 h 364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2840" h="3643376">
                <a:moveTo>
                  <a:pt x="7593576" y="0"/>
                </a:moveTo>
                <a:lnTo>
                  <a:pt x="11292840" y="0"/>
                </a:lnTo>
                <a:lnTo>
                  <a:pt x="11292840" y="3643376"/>
                </a:lnTo>
                <a:lnTo>
                  <a:pt x="7593576" y="3643376"/>
                </a:lnTo>
                <a:close/>
                <a:moveTo>
                  <a:pt x="0" y="0"/>
                </a:moveTo>
                <a:lnTo>
                  <a:pt x="7489667" y="0"/>
                </a:lnTo>
                <a:lnTo>
                  <a:pt x="7489667" y="3643376"/>
                </a:lnTo>
                <a:lnTo>
                  <a:pt x="0" y="3643376"/>
                </a:lnTo>
                <a:close/>
              </a:path>
            </a:pathLst>
          </a:custGeom>
          <a:solidFill>
            <a:schemeClr val="accent2"/>
          </a:solidFill>
        </p:spPr>
        <p:txBody>
          <a:bodyPr wrap="square" anchor="t">
            <a:noAutofit/>
          </a:bodyPr>
          <a:lstStyle>
            <a:lvl1pPr marL="0" indent="0" algn="ctr">
              <a:buNone/>
              <a:defRPr/>
            </a:lvl1pPr>
          </a:lstStyle>
          <a:p>
            <a:pPr marL="0" marR="0" lvl="0" indent="0" algn="ctr"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dirty="0"/>
              <a:t>Click to add picture</a:t>
            </a:r>
          </a:p>
          <a:p>
            <a:endParaRPr lang="en-US" dirty="0"/>
          </a:p>
        </p:txBody>
      </p:sp>
    </p:spTree>
    <p:extLst>
      <p:ext uri="{BB962C8B-B14F-4D97-AF65-F5344CB8AC3E}">
        <p14:creationId xmlns:p14="http://schemas.microsoft.com/office/powerpoint/2010/main" val="4768087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436882" y="629920"/>
            <a:ext cx="3606800" cy="2809240"/>
          </a:xfrm>
        </p:spPr>
        <p:txBody>
          <a:bodyPr anchor="b">
            <a:noAutofit/>
          </a:bodyPr>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436881" y="3698240"/>
            <a:ext cx="3606800" cy="2271076"/>
          </a:xfrm>
        </p:spPr>
        <p:txBody>
          <a:bodyPr anchor="t">
            <a:no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a:xfrm>
            <a:off x="10702608" y="6423914"/>
            <a:ext cx="1052510" cy="365125"/>
          </a:xfrm>
        </p:spPr>
        <p:txBody>
          <a:bodyPr/>
          <a:lstStyle/>
          <a:p>
            <a:fld id="{CBD12358-51D2-46B3-9BDE-DF29528B9454}" type="slidenum">
              <a:rPr lang="en-US" smtClean="0"/>
              <a:t>‹#›</a:t>
            </a:fld>
            <a:endParaRPr lang="en-US" dirty="0"/>
          </a:p>
        </p:txBody>
      </p:sp>
      <p:sp>
        <p:nvSpPr>
          <p:cNvPr id="9" name="Picture Placeholder 8">
            <a:extLst>
              <a:ext uri="{FF2B5EF4-FFF2-40B4-BE49-F238E27FC236}">
                <a16:creationId xmlns:a16="http://schemas.microsoft.com/office/drawing/2014/main" id="{454FD2A1-D363-7C44-2A72-54E8B397D31A}"/>
              </a:ext>
            </a:extLst>
          </p:cNvPr>
          <p:cNvSpPr>
            <a:spLocks noGrp="1"/>
          </p:cNvSpPr>
          <p:nvPr>
            <p:ph type="pic" sz="quarter" idx="13"/>
          </p:nvPr>
        </p:nvSpPr>
        <p:spPr>
          <a:xfrm>
            <a:off x="4236720" y="650240"/>
            <a:ext cx="7518398" cy="5713918"/>
          </a:xfrm>
          <a:custGeom>
            <a:avLst/>
            <a:gdLst>
              <a:gd name="connsiteX0" fmla="*/ 3806436 w 7518398"/>
              <a:gd name="connsiteY0" fmla="*/ 4479475 h 5713918"/>
              <a:gd name="connsiteX1" fmla="*/ 7518398 w 7518398"/>
              <a:gd name="connsiteY1" fmla="*/ 4479475 h 5713918"/>
              <a:gd name="connsiteX2" fmla="*/ 7518398 w 7518398"/>
              <a:gd name="connsiteY2" fmla="*/ 5713918 h 5713918"/>
              <a:gd name="connsiteX3" fmla="*/ 3806436 w 7518398"/>
              <a:gd name="connsiteY3" fmla="*/ 5713918 h 5713918"/>
              <a:gd name="connsiteX4" fmla="*/ 0 w 7518398"/>
              <a:gd name="connsiteY4" fmla="*/ 4479475 h 5713918"/>
              <a:gd name="connsiteX5" fmla="*/ 3702527 w 7518398"/>
              <a:gd name="connsiteY5" fmla="*/ 4479475 h 5713918"/>
              <a:gd name="connsiteX6" fmla="*/ 3702527 w 7518398"/>
              <a:gd name="connsiteY6" fmla="*/ 5713918 h 5713918"/>
              <a:gd name="connsiteX7" fmla="*/ 0 w 7518398"/>
              <a:gd name="connsiteY7" fmla="*/ 5713918 h 5713918"/>
              <a:gd name="connsiteX8" fmla="*/ 3806436 w 7518398"/>
              <a:gd name="connsiteY8" fmla="*/ 0 h 5713918"/>
              <a:gd name="connsiteX9" fmla="*/ 7518398 w 7518398"/>
              <a:gd name="connsiteY9" fmla="*/ 0 h 5713918"/>
              <a:gd name="connsiteX10" fmla="*/ 7518398 w 7518398"/>
              <a:gd name="connsiteY10" fmla="*/ 4379183 h 5713918"/>
              <a:gd name="connsiteX11" fmla="*/ 3806436 w 7518398"/>
              <a:gd name="connsiteY11" fmla="*/ 4379183 h 5713918"/>
              <a:gd name="connsiteX12" fmla="*/ 0 w 7518398"/>
              <a:gd name="connsiteY12" fmla="*/ 0 h 5713918"/>
              <a:gd name="connsiteX13" fmla="*/ 3702527 w 7518398"/>
              <a:gd name="connsiteY13" fmla="*/ 0 h 5713918"/>
              <a:gd name="connsiteX14" fmla="*/ 3702527 w 7518398"/>
              <a:gd name="connsiteY14" fmla="*/ 4379183 h 5713918"/>
              <a:gd name="connsiteX15" fmla="*/ 0 w 7518398"/>
              <a:gd name="connsiteY15" fmla="*/ 4379183 h 571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518398" h="5713918">
                <a:moveTo>
                  <a:pt x="3806436" y="4479475"/>
                </a:moveTo>
                <a:lnTo>
                  <a:pt x="7518398" y="4479475"/>
                </a:lnTo>
                <a:lnTo>
                  <a:pt x="7518398" y="5713918"/>
                </a:lnTo>
                <a:lnTo>
                  <a:pt x="3806436" y="5713918"/>
                </a:lnTo>
                <a:close/>
                <a:moveTo>
                  <a:pt x="0" y="4479475"/>
                </a:moveTo>
                <a:lnTo>
                  <a:pt x="3702527" y="4479475"/>
                </a:lnTo>
                <a:lnTo>
                  <a:pt x="3702527" y="5713918"/>
                </a:lnTo>
                <a:lnTo>
                  <a:pt x="0" y="5713918"/>
                </a:lnTo>
                <a:close/>
                <a:moveTo>
                  <a:pt x="3806436" y="0"/>
                </a:moveTo>
                <a:lnTo>
                  <a:pt x="7518398" y="0"/>
                </a:lnTo>
                <a:lnTo>
                  <a:pt x="7518398" y="4379183"/>
                </a:lnTo>
                <a:lnTo>
                  <a:pt x="3806436" y="4379183"/>
                </a:lnTo>
                <a:close/>
                <a:moveTo>
                  <a:pt x="0" y="0"/>
                </a:moveTo>
                <a:lnTo>
                  <a:pt x="3702527" y="0"/>
                </a:lnTo>
                <a:lnTo>
                  <a:pt x="3702527" y="4379183"/>
                </a:lnTo>
                <a:lnTo>
                  <a:pt x="0" y="4379183"/>
                </a:lnTo>
                <a:close/>
              </a:path>
            </a:pathLst>
          </a:custGeom>
          <a:solidFill>
            <a:schemeClr val="accent2"/>
          </a:solidFill>
        </p:spPr>
        <p:txBody>
          <a:bodyPr wrap="square" anchor="t">
            <a:noAutofit/>
          </a:bodyPr>
          <a:lstStyle/>
          <a:p>
            <a:endParaRPr lang="en-US" dirty="0"/>
          </a:p>
        </p:txBody>
      </p:sp>
    </p:spTree>
    <p:extLst>
      <p:ext uri="{BB962C8B-B14F-4D97-AF65-F5344CB8AC3E}">
        <p14:creationId xmlns:p14="http://schemas.microsoft.com/office/powerpoint/2010/main" val="4040880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troduction bottom">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9CC542F-D03C-4537-9B6E-7F653B651524}"/>
              </a:ext>
            </a:extLst>
          </p:cNvPr>
          <p:cNvSpPr>
            <a:spLocks noGrp="1"/>
          </p:cNvSpPr>
          <p:nvPr>
            <p:ph type="title" hasCustomPrompt="1"/>
          </p:nvPr>
        </p:nvSpPr>
        <p:spPr>
          <a:xfrm>
            <a:off x="457200" y="2878091"/>
            <a:ext cx="3729789" cy="3440485"/>
          </a:xfrm>
        </p:spPr>
        <p:txBody>
          <a:bodyPr tIns="182880" bIns="182880" anchor="ctr" anchorCtr="0">
            <a:noAutofit/>
          </a:bodyPr>
          <a:lstStyle/>
          <a:p>
            <a:r>
              <a:rPr lang="en-US" dirty="0"/>
              <a:t>Click to add title</a:t>
            </a:r>
            <a:endParaRPr lang="en-US" dirty="0">
              <a:solidFill>
                <a:schemeClr val="tx2"/>
              </a:solidFill>
            </a:endParaRPr>
          </a:p>
        </p:txBody>
      </p:sp>
      <p:sp>
        <p:nvSpPr>
          <p:cNvPr id="3" name="Picture Placeholder 2">
            <a:extLst>
              <a:ext uri="{FF2B5EF4-FFF2-40B4-BE49-F238E27FC236}">
                <a16:creationId xmlns:a16="http://schemas.microsoft.com/office/drawing/2014/main" id="{130F1D2B-CBE7-6279-2158-7A9F3B5D5C61}"/>
              </a:ext>
            </a:extLst>
          </p:cNvPr>
          <p:cNvSpPr>
            <a:spLocks noGrp="1"/>
          </p:cNvSpPr>
          <p:nvPr>
            <p:ph type="pic" sz="quarter" idx="19" hasCustomPrompt="1"/>
          </p:nvPr>
        </p:nvSpPr>
        <p:spPr>
          <a:xfrm>
            <a:off x="457200" y="670560"/>
            <a:ext cx="11267440" cy="2139696"/>
          </a:xfrm>
          <a:custGeom>
            <a:avLst/>
            <a:gdLst>
              <a:gd name="connsiteX0" fmla="*/ 3783068 w 11267440"/>
              <a:gd name="connsiteY0" fmla="*/ 0 h 2139696"/>
              <a:gd name="connsiteX1" fmla="*/ 11267440 w 11267440"/>
              <a:gd name="connsiteY1" fmla="*/ 0 h 2139696"/>
              <a:gd name="connsiteX2" fmla="*/ 11267440 w 11267440"/>
              <a:gd name="connsiteY2" fmla="*/ 2139696 h 2139696"/>
              <a:gd name="connsiteX3" fmla="*/ 3783068 w 11267440"/>
              <a:gd name="connsiteY3" fmla="*/ 2139696 h 2139696"/>
              <a:gd name="connsiteX4" fmla="*/ 0 w 11267440"/>
              <a:gd name="connsiteY4" fmla="*/ 0 h 2139696"/>
              <a:gd name="connsiteX5" fmla="*/ 3677799 w 11267440"/>
              <a:gd name="connsiteY5" fmla="*/ 0 h 2139696"/>
              <a:gd name="connsiteX6" fmla="*/ 3677799 w 11267440"/>
              <a:gd name="connsiteY6" fmla="*/ 2139696 h 2139696"/>
              <a:gd name="connsiteX7" fmla="*/ 0 w 11267440"/>
              <a:gd name="connsiteY7" fmla="*/ 2139696 h 213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7440" h="2139696">
                <a:moveTo>
                  <a:pt x="3783068" y="0"/>
                </a:moveTo>
                <a:lnTo>
                  <a:pt x="11267440" y="0"/>
                </a:lnTo>
                <a:lnTo>
                  <a:pt x="11267440" y="2139696"/>
                </a:lnTo>
                <a:lnTo>
                  <a:pt x="3783068" y="2139696"/>
                </a:lnTo>
                <a:close/>
                <a:moveTo>
                  <a:pt x="0" y="0"/>
                </a:moveTo>
                <a:lnTo>
                  <a:pt x="3677799" y="0"/>
                </a:lnTo>
                <a:lnTo>
                  <a:pt x="3677799" y="2139696"/>
                </a:lnTo>
                <a:lnTo>
                  <a:pt x="0" y="213969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7" name="Content Placeholder 5">
            <a:extLst>
              <a:ext uri="{FF2B5EF4-FFF2-40B4-BE49-F238E27FC236}">
                <a16:creationId xmlns:a16="http://schemas.microsoft.com/office/drawing/2014/main" id="{135EE74D-5A60-B83C-5C2D-7B6FEA778FCB}"/>
              </a:ext>
            </a:extLst>
          </p:cNvPr>
          <p:cNvSpPr>
            <a:spLocks noGrp="1"/>
          </p:cNvSpPr>
          <p:nvPr>
            <p:ph sz="quarter" idx="4" hasCustomPrompt="1"/>
          </p:nvPr>
        </p:nvSpPr>
        <p:spPr>
          <a:xfrm>
            <a:off x="4305827" y="2878091"/>
            <a:ext cx="7418813" cy="3440485"/>
          </a:xfrm>
        </p:spPr>
        <p:txBody>
          <a:bodyPr anchor="ctr" anchorCtr="0">
            <a:normAutofit/>
          </a:bodyPr>
          <a:lstStyle>
            <a:lvl1pPr marL="283464" indent="-283464">
              <a:buFont typeface="Arial" panose="020B0604020202020204" pitchFamily="34" charset="0"/>
              <a:buChar char="•"/>
              <a:defRPr/>
            </a:lvl1pPr>
            <a:lvl2pPr marL="283464" indent="-283464">
              <a:buFont typeface="Arial" panose="020B0604020202020204" pitchFamily="34" charset="0"/>
              <a:buChar char="•"/>
              <a:defRPr/>
            </a:lvl2pPr>
            <a:lvl3pPr marL="283464" indent="-283464">
              <a:buFont typeface="Arial" panose="020B0604020202020204" pitchFamily="34" charset="0"/>
              <a:buChar char="•"/>
              <a:defRPr/>
            </a:lvl3pPr>
            <a:lvl4pPr marL="283464" indent="-283464">
              <a:buFont typeface="Arial" panose="020B0604020202020204" pitchFamily="34" charset="0"/>
              <a:buChar char="•"/>
              <a:defRPr/>
            </a:lvl4pPr>
            <a:lvl5pPr marL="283464" indent="-283464">
              <a:buFont typeface="Arial" panose="020B0604020202020204" pitchFamily="34" charset="0"/>
              <a:buChar char="•"/>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2BCF1FAD-0BAD-2574-3352-B152DF76C150}"/>
              </a:ext>
            </a:extLst>
          </p:cNvPr>
          <p:cNvSpPr>
            <a:spLocks noGrp="1"/>
          </p:cNvSpPr>
          <p:nvPr>
            <p:ph type="ftr" sz="quarter" idx="17"/>
          </p:nvPr>
        </p:nvSpPr>
        <p:spPr/>
        <p:txBody>
          <a:bodyPr/>
          <a:lstStyle/>
          <a:p>
            <a:endParaRPr lang="en-US" dirty="0"/>
          </a:p>
        </p:txBody>
      </p:sp>
      <p:sp>
        <p:nvSpPr>
          <p:cNvPr id="9" name="Date Placeholder 8">
            <a:extLst>
              <a:ext uri="{FF2B5EF4-FFF2-40B4-BE49-F238E27FC236}">
                <a16:creationId xmlns:a16="http://schemas.microsoft.com/office/drawing/2014/main" id="{EC328E41-645E-D257-FFF3-93344A8E4FA5}"/>
              </a:ext>
            </a:extLst>
          </p:cNvPr>
          <p:cNvSpPr>
            <a:spLocks noGrp="1"/>
          </p:cNvSpPr>
          <p:nvPr>
            <p:ph type="dt" sz="half" idx="16"/>
          </p:nvPr>
        </p:nvSpPr>
        <p:spPr/>
        <p:txBody>
          <a:bodyPr/>
          <a:lstStyle/>
          <a:p>
            <a:r>
              <a:rPr lang="en-US"/>
              <a:t>20XX</a:t>
            </a:r>
            <a:endParaRPr lang="en-US" dirty="0"/>
          </a:p>
        </p:txBody>
      </p:sp>
      <p:sp>
        <p:nvSpPr>
          <p:cNvPr id="14" name="Slide Number Placeholder 13">
            <a:extLst>
              <a:ext uri="{FF2B5EF4-FFF2-40B4-BE49-F238E27FC236}">
                <a16:creationId xmlns:a16="http://schemas.microsoft.com/office/drawing/2014/main" id="{DEF9E45A-6561-C074-14CE-B3B63476D221}"/>
              </a:ext>
            </a:extLst>
          </p:cNvPr>
          <p:cNvSpPr>
            <a:spLocks noGrp="1"/>
          </p:cNvSpPr>
          <p:nvPr>
            <p:ph type="sldNum" sz="quarter" idx="18"/>
          </p:nvPr>
        </p:nvSpPr>
        <p:spPr>
          <a:xfrm>
            <a:off x="10672130"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94703606"/>
      </p:ext>
    </p:extLst>
  </p:cSld>
  <p:clrMapOvr>
    <a:masterClrMapping/>
  </p:clrMapOvr>
  <p:extLst>
    <p:ext uri="{DCECCB84-F9BA-43D5-87BE-67443E8EF086}">
      <p15:sldGuideLst xmlns:p15="http://schemas.microsoft.com/office/powerpoint/2012/main">
        <p15:guide id="1" orient="horz">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524000" y="1143000"/>
            <a:ext cx="9144000" cy="2585720"/>
          </a:xfrm>
        </p:spPr>
        <p:txBody>
          <a:bodyPr anchor="b">
            <a:no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1524000" y="3799840"/>
            <a:ext cx="9144000" cy="2052320"/>
          </a:xfrm>
        </p:spPr>
        <p:txBody>
          <a:bodyPr anchor="t">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3641497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9" name="Content Placeholder 3">
            <a:extLst>
              <a:ext uri="{FF2B5EF4-FFF2-40B4-BE49-F238E27FC236}">
                <a16:creationId xmlns:a16="http://schemas.microsoft.com/office/drawing/2014/main" id="{ECA520B1-DC84-A47D-1F5E-CCD567EB2D86}"/>
              </a:ext>
            </a:extLst>
          </p:cNvPr>
          <p:cNvSpPr>
            <a:spLocks noGrp="1"/>
          </p:cNvSpPr>
          <p:nvPr>
            <p:ph sz="half" idx="13" hasCustomPrompt="1"/>
          </p:nvPr>
        </p:nvSpPr>
        <p:spPr>
          <a:xfrm>
            <a:off x="457200" y="2187362"/>
            <a:ext cx="3657600" cy="3633047"/>
          </a:xfrm>
        </p:spPr>
        <p:txBody>
          <a:bodyPr anchor="t">
            <a:normAutofit/>
          </a:bodyPr>
          <a:lstStyle>
            <a:lvl1pPr marL="34290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282437" y="2187361"/>
            <a:ext cx="744220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220879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 subtitle +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6108219" y="741363"/>
            <a:ext cx="5626579" cy="1286219"/>
          </a:xfrm>
        </p:spPr>
        <p:txBody>
          <a:bodyPr anchor="b">
            <a:noAutofit/>
          </a:bodyPr>
          <a:lstStyle>
            <a:lvl1pPr algn="l">
              <a:defRPr sz="2800"/>
            </a:lvl1pPr>
          </a:lstStyle>
          <a:p>
            <a:endParaRPr lang="en-US" dirty="0"/>
          </a:p>
        </p:txBody>
      </p:sp>
      <p:sp>
        <p:nvSpPr>
          <p:cNvPr id="8" name="Picture Placeholder 7">
            <a:extLst>
              <a:ext uri="{FF2B5EF4-FFF2-40B4-BE49-F238E27FC236}">
                <a16:creationId xmlns:a16="http://schemas.microsoft.com/office/drawing/2014/main" id="{FCBE840D-FAED-31D9-AF31-112670D0FA2E}"/>
              </a:ext>
            </a:extLst>
          </p:cNvPr>
          <p:cNvSpPr>
            <a:spLocks noGrp="1"/>
          </p:cNvSpPr>
          <p:nvPr>
            <p:ph type="pic" sz="quarter" idx="13"/>
          </p:nvPr>
        </p:nvSpPr>
        <p:spPr>
          <a:xfrm>
            <a:off x="457200" y="761684"/>
            <a:ext cx="5171440" cy="5662230"/>
          </a:xfrm>
          <a:custGeom>
            <a:avLst/>
            <a:gdLst>
              <a:gd name="connsiteX0" fmla="*/ 0 w 5171440"/>
              <a:gd name="connsiteY0" fmla="*/ 5056400 h 5662230"/>
              <a:gd name="connsiteX1" fmla="*/ 3685975 w 5171440"/>
              <a:gd name="connsiteY1" fmla="*/ 5056400 h 5662230"/>
              <a:gd name="connsiteX2" fmla="*/ 3685975 w 5171440"/>
              <a:gd name="connsiteY2" fmla="*/ 5662230 h 5662230"/>
              <a:gd name="connsiteX3" fmla="*/ 0 w 5171440"/>
              <a:gd name="connsiteY3" fmla="*/ 5662230 h 5662230"/>
              <a:gd name="connsiteX4" fmla="*/ 3789884 w 5171440"/>
              <a:gd name="connsiteY4" fmla="*/ 0 h 5662230"/>
              <a:gd name="connsiteX5" fmla="*/ 5171440 w 5171440"/>
              <a:gd name="connsiteY5" fmla="*/ 0 h 5662230"/>
              <a:gd name="connsiteX6" fmla="*/ 5171440 w 5171440"/>
              <a:gd name="connsiteY6" fmla="*/ 5662230 h 5662230"/>
              <a:gd name="connsiteX7" fmla="*/ 3789884 w 5171440"/>
              <a:gd name="connsiteY7" fmla="*/ 5662230 h 5662230"/>
              <a:gd name="connsiteX8" fmla="*/ 3789884 w 5171440"/>
              <a:gd name="connsiteY8" fmla="*/ 5056400 h 5662230"/>
              <a:gd name="connsiteX9" fmla="*/ 5168980 w 5171440"/>
              <a:gd name="connsiteY9" fmla="*/ 5056400 h 5662230"/>
              <a:gd name="connsiteX10" fmla="*/ 5168980 w 5171440"/>
              <a:gd name="connsiteY10" fmla="*/ 4956108 h 5662230"/>
              <a:gd name="connsiteX11" fmla="*/ 3789884 w 5171440"/>
              <a:gd name="connsiteY11" fmla="*/ 4956108 h 5662230"/>
              <a:gd name="connsiteX12" fmla="*/ 0 w 5171440"/>
              <a:gd name="connsiteY12" fmla="*/ 0 h 5662230"/>
              <a:gd name="connsiteX13" fmla="*/ 3685975 w 5171440"/>
              <a:gd name="connsiteY13" fmla="*/ 0 h 5662230"/>
              <a:gd name="connsiteX14" fmla="*/ 3685975 w 5171440"/>
              <a:gd name="connsiteY14" fmla="*/ 4956108 h 5662230"/>
              <a:gd name="connsiteX15" fmla="*/ 0 w 5171440"/>
              <a:gd name="connsiteY15" fmla="*/ 4956108 h 566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71440" h="5662230">
                <a:moveTo>
                  <a:pt x="0" y="5056400"/>
                </a:moveTo>
                <a:lnTo>
                  <a:pt x="3685975" y="5056400"/>
                </a:lnTo>
                <a:lnTo>
                  <a:pt x="3685975" y="5662230"/>
                </a:lnTo>
                <a:lnTo>
                  <a:pt x="0" y="5662230"/>
                </a:lnTo>
                <a:close/>
                <a:moveTo>
                  <a:pt x="3789884" y="0"/>
                </a:moveTo>
                <a:lnTo>
                  <a:pt x="5171440" y="0"/>
                </a:lnTo>
                <a:lnTo>
                  <a:pt x="5171440" y="5662230"/>
                </a:lnTo>
                <a:lnTo>
                  <a:pt x="3789884" y="5662230"/>
                </a:lnTo>
                <a:lnTo>
                  <a:pt x="3789884" y="5056400"/>
                </a:lnTo>
                <a:lnTo>
                  <a:pt x="5168980" y="5056400"/>
                </a:lnTo>
                <a:lnTo>
                  <a:pt x="5168980" y="4956108"/>
                </a:lnTo>
                <a:lnTo>
                  <a:pt x="3789884" y="4956108"/>
                </a:lnTo>
                <a:close/>
                <a:moveTo>
                  <a:pt x="0" y="0"/>
                </a:moveTo>
                <a:lnTo>
                  <a:pt x="3685975" y="0"/>
                </a:lnTo>
                <a:lnTo>
                  <a:pt x="3685975" y="4956108"/>
                </a:lnTo>
                <a:lnTo>
                  <a:pt x="0" y="4956108"/>
                </a:lnTo>
                <a:close/>
              </a:path>
            </a:pathLst>
          </a:custGeom>
          <a:solidFill>
            <a:schemeClr val="accent2"/>
          </a:solidFill>
        </p:spPr>
        <p:txBody>
          <a:bodyPr wrap="square">
            <a:noAutofit/>
          </a:bodyPr>
          <a:lstStyle/>
          <a:p>
            <a:endParaRPr lang="en-US" dirty="0"/>
          </a:p>
        </p:txBody>
      </p:sp>
      <p:sp>
        <p:nvSpPr>
          <p:cNvPr id="10" name="Content Placeholder 2">
            <a:extLst>
              <a:ext uri="{FF2B5EF4-FFF2-40B4-BE49-F238E27FC236}">
                <a16:creationId xmlns:a16="http://schemas.microsoft.com/office/drawing/2014/main" id="{1E22983C-26B8-DE15-E309-D0E93B8C6996}"/>
              </a:ext>
            </a:extLst>
          </p:cNvPr>
          <p:cNvSpPr>
            <a:spLocks noGrp="1"/>
          </p:cNvSpPr>
          <p:nvPr>
            <p:ph idx="1" hasCustomPrompt="1"/>
          </p:nvPr>
        </p:nvSpPr>
        <p:spPr>
          <a:xfrm>
            <a:off x="6106160" y="2235200"/>
            <a:ext cx="5628639" cy="4188713"/>
          </a:xfrm>
        </p:spPr>
        <p:txBody>
          <a:bodyPr anchor="t" anchorCtr="0">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a:xfrm>
            <a:off x="10682289" y="6423914"/>
            <a:ext cx="1052510"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939251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447040" y="725444"/>
            <a:ext cx="11277600" cy="1044253"/>
          </a:xfrm>
        </p:spPr>
        <p:txBody>
          <a:bodyPr anchor="b" anchorCtr="0">
            <a:noAutofit/>
          </a:bodyPr>
          <a:lstStyle/>
          <a:p>
            <a:r>
              <a:rPr lang="en-US" dirty="0"/>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457200" y="2245360"/>
            <a:ext cx="3342640" cy="3992880"/>
          </a:xfrm>
        </p:spPr>
        <p:txBody>
          <a:bodyPr anchor="t"/>
          <a:lstStyle>
            <a:lvl1pPr marL="0" indent="0">
              <a:buNone/>
              <a:defRPr/>
            </a:lvl1pPr>
            <a:lvl2pPr marL="324000" indent="0">
              <a:buNone/>
              <a:defRPr/>
            </a:lvl2pPr>
            <a:lvl3pPr marL="630000" indent="0">
              <a:buNone/>
              <a:defRPr/>
            </a:lvl3pPr>
            <a:lvl4pPr marL="1008000" indent="0">
              <a:buNone/>
              <a:defRPr/>
            </a:lvl4pPr>
            <a:lvl5pPr marL="13680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236720" y="2236109"/>
            <a:ext cx="7498080" cy="4002131"/>
          </a:xfrm>
        </p:spPr>
        <p:txBody>
          <a:bodyPr/>
          <a:lstStyle/>
          <a:p>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a:xfrm>
            <a:off x="10682290" y="6423914"/>
            <a:ext cx="1052510"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07618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4" name="Content Placeholder 3"/>
          <p:cNvSpPr>
            <a:spLocks noGrp="1"/>
          </p:cNvSpPr>
          <p:nvPr>
            <p:ph sz="half" idx="2" hasCustomPrompt="1"/>
          </p:nvPr>
        </p:nvSpPr>
        <p:spPr>
          <a:xfrm>
            <a:off x="457200" y="2318490"/>
            <a:ext cx="737108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8E6EDC6B-B9AA-A4D9-A782-C38A0F84F63F}"/>
              </a:ext>
            </a:extLst>
          </p:cNvPr>
          <p:cNvSpPr>
            <a:spLocks noGrp="1"/>
          </p:cNvSpPr>
          <p:nvPr>
            <p:ph sz="half" idx="13" hasCustomPrompt="1"/>
          </p:nvPr>
        </p:nvSpPr>
        <p:spPr>
          <a:xfrm>
            <a:off x="7993378" y="2318490"/>
            <a:ext cx="3731262" cy="3633047"/>
          </a:xfrm>
        </p:spPr>
        <p:txBody>
          <a:bodyPr anchor="t">
            <a:normAutofit/>
          </a:bodyPr>
          <a:lstStyle>
            <a:lvl1pPr marL="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780133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457199" y="705124"/>
            <a:ext cx="11272649" cy="1062716"/>
          </a:xfrm>
        </p:spPr>
        <p:txBody>
          <a:bodyPr anchor="b" anchorCtr="0">
            <a:noAutofit/>
          </a:bodyPr>
          <a:lstStyle/>
          <a:p>
            <a:r>
              <a:rPr lang="en-US" dirty="0"/>
              <a:t>Click to edit Master title style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457201" y="2234979"/>
            <a:ext cx="11272648" cy="3969606"/>
          </a:xfrm>
        </p:spPr>
        <p:txBody>
          <a:bodyPr/>
          <a:lstStyle/>
          <a:p>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10558300" y="6423914"/>
            <a:ext cx="1171548"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702289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0F196A1-2430-4797-B656-A38302FAFF33}"/>
              </a:ext>
            </a:extLst>
          </p:cNvPr>
          <p:cNvSpPr>
            <a:spLocks noGrp="1"/>
          </p:cNvSpPr>
          <p:nvPr>
            <p:ph type="title"/>
          </p:nvPr>
        </p:nvSpPr>
        <p:spPr>
          <a:xfrm>
            <a:off x="462151" y="666984"/>
            <a:ext cx="3672970" cy="2125911"/>
          </a:xfrm>
        </p:spPr>
        <p:txBody>
          <a:bodyPr>
            <a:noAutofit/>
          </a:bodyPr>
          <a:lstStyle>
            <a:lvl1pPr algn="l">
              <a:defRPr/>
            </a:lvl1pPr>
          </a:lstStyle>
          <a:p>
            <a:endParaRPr lang="en-US" noProof="0" dirty="0"/>
          </a:p>
        </p:txBody>
      </p:sp>
      <p:sp>
        <p:nvSpPr>
          <p:cNvPr id="2" name="Content Placeholder 5">
            <a:extLst>
              <a:ext uri="{FF2B5EF4-FFF2-40B4-BE49-F238E27FC236}">
                <a16:creationId xmlns:a16="http://schemas.microsoft.com/office/drawing/2014/main" id="{5A0AD703-0A43-5323-CCB2-832D424EF2DB}"/>
              </a:ext>
            </a:extLst>
          </p:cNvPr>
          <p:cNvSpPr>
            <a:spLocks noGrp="1"/>
          </p:cNvSpPr>
          <p:nvPr>
            <p:ph sz="quarter" idx="4" hasCustomPrompt="1"/>
          </p:nvPr>
        </p:nvSpPr>
        <p:spPr>
          <a:xfrm>
            <a:off x="462151" y="2862479"/>
            <a:ext cx="3672970" cy="3491849"/>
          </a:xfrm>
        </p:spPr>
        <p:txBody>
          <a:bodyPr anchor="t" anchorCtr="0">
            <a:normAutofit/>
          </a:bodyPr>
          <a:lstStyle>
            <a:lvl1pPr marL="0" indent="0">
              <a:buNone/>
              <a:defRPr/>
            </a:lvl1pPr>
          </a:lstStyle>
          <a:p>
            <a:pPr lvl="0"/>
            <a:r>
              <a:rPr lang="en-US" noProof="0" dirty="0"/>
              <a:t>Click to add text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Picture Placeholder 3">
            <a:extLst>
              <a:ext uri="{FF2B5EF4-FFF2-40B4-BE49-F238E27FC236}">
                <a16:creationId xmlns:a16="http://schemas.microsoft.com/office/drawing/2014/main" id="{4627B629-9CBE-3ECF-2D88-F07AACD0374E}"/>
              </a:ext>
            </a:extLst>
          </p:cNvPr>
          <p:cNvSpPr>
            <a:spLocks noGrp="1"/>
          </p:cNvSpPr>
          <p:nvPr>
            <p:ph type="pic" sz="quarter" idx="13" hasCustomPrompt="1"/>
          </p:nvPr>
        </p:nvSpPr>
        <p:spPr>
          <a:xfrm>
            <a:off x="4231970" y="666985"/>
            <a:ext cx="7497880" cy="5687344"/>
          </a:xfrm>
          <a:custGeom>
            <a:avLst/>
            <a:gdLst>
              <a:gd name="connsiteX0" fmla="*/ 3803282 w 7497880"/>
              <a:gd name="connsiteY0" fmla="*/ 0 h 5687344"/>
              <a:gd name="connsiteX1" fmla="*/ 7497880 w 7497880"/>
              <a:gd name="connsiteY1" fmla="*/ 0 h 5687344"/>
              <a:gd name="connsiteX2" fmla="*/ 7497880 w 7497880"/>
              <a:gd name="connsiteY2" fmla="*/ 4581885 h 5687344"/>
              <a:gd name="connsiteX3" fmla="*/ 3803282 w 7497880"/>
              <a:gd name="connsiteY3" fmla="*/ 4581885 h 5687344"/>
              <a:gd name="connsiteX4" fmla="*/ 0 w 7497880"/>
              <a:gd name="connsiteY4" fmla="*/ 0 h 5687344"/>
              <a:gd name="connsiteX5" fmla="*/ 3699373 w 7497880"/>
              <a:gd name="connsiteY5" fmla="*/ 0 h 5687344"/>
              <a:gd name="connsiteX6" fmla="*/ 3699373 w 7497880"/>
              <a:gd name="connsiteY6" fmla="*/ 4581885 h 5687344"/>
              <a:gd name="connsiteX7" fmla="*/ 2 w 7497880"/>
              <a:gd name="connsiteY7" fmla="*/ 4581885 h 5687344"/>
              <a:gd name="connsiteX8" fmla="*/ 2 w 7497880"/>
              <a:gd name="connsiteY8" fmla="*/ 4679200 h 5687344"/>
              <a:gd name="connsiteX9" fmla="*/ 3699373 w 7497880"/>
              <a:gd name="connsiteY9" fmla="*/ 4679200 h 5687344"/>
              <a:gd name="connsiteX10" fmla="*/ 3699373 w 7497880"/>
              <a:gd name="connsiteY10" fmla="*/ 5679350 h 5687344"/>
              <a:gd name="connsiteX11" fmla="*/ 3803282 w 7497880"/>
              <a:gd name="connsiteY11" fmla="*/ 5679350 h 5687344"/>
              <a:gd name="connsiteX12" fmla="*/ 3803282 w 7497880"/>
              <a:gd name="connsiteY12" fmla="*/ 4679200 h 5687344"/>
              <a:gd name="connsiteX13" fmla="*/ 7497880 w 7497880"/>
              <a:gd name="connsiteY13" fmla="*/ 4679200 h 5687344"/>
              <a:gd name="connsiteX14" fmla="*/ 7497880 w 7497880"/>
              <a:gd name="connsiteY14" fmla="*/ 5687344 h 5687344"/>
              <a:gd name="connsiteX15" fmla="*/ 0 w 7497880"/>
              <a:gd name="connsiteY15" fmla="*/ 5687344 h 568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497880" h="5687344">
                <a:moveTo>
                  <a:pt x="3803282" y="0"/>
                </a:moveTo>
                <a:lnTo>
                  <a:pt x="7497880" y="0"/>
                </a:lnTo>
                <a:lnTo>
                  <a:pt x="7497880" y="4581885"/>
                </a:lnTo>
                <a:lnTo>
                  <a:pt x="3803282" y="4581885"/>
                </a:lnTo>
                <a:close/>
                <a:moveTo>
                  <a:pt x="0" y="0"/>
                </a:moveTo>
                <a:lnTo>
                  <a:pt x="3699373" y="0"/>
                </a:lnTo>
                <a:lnTo>
                  <a:pt x="3699373" y="4581885"/>
                </a:lnTo>
                <a:lnTo>
                  <a:pt x="2" y="4581885"/>
                </a:lnTo>
                <a:lnTo>
                  <a:pt x="2" y="4679200"/>
                </a:lnTo>
                <a:lnTo>
                  <a:pt x="3699373" y="4679200"/>
                </a:lnTo>
                <a:lnTo>
                  <a:pt x="3699373" y="5679350"/>
                </a:lnTo>
                <a:lnTo>
                  <a:pt x="3803282" y="5679350"/>
                </a:lnTo>
                <a:lnTo>
                  <a:pt x="3803282" y="4679200"/>
                </a:lnTo>
                <a:lnTo>
                  <a:pt x="7497880" y="4679200"/>
                </a:lnTo>
                <a:lnTo>
                  <a:pt x="7497880" y="5687344"/>
                </a:lnTo>
                <a:lnTo>
                  <a:pt x="0" y="5687344"/>
                </a:lnTo>
                <a:close/>
              </a:path>
            </a:pathLst>
          </a:custGeom>
          <a:solidFill>
            <a:schemeClr val="accent2"/>
          </a:solidFill>
        </p:spPr>
        <p:txBody>
          <a:bodyPr wrap="square" anchor="t">
            <a:noAutofit/>
          </a:bodyPr>
          <a:lstStyle>
            <a:lvl1pPr marL="0" indent="0" algn="ctr">
              <a:buNone/>
              <a:defRPr/>
            </a:lvl1pPr>
          </a:lstStyle>
          <a:p>
            <a:r>
              <a:rPr lang="en-US" noProof="0" dirty="0"/>
              <a:t>Click to add picture</a:t>
            </a:r>
          </a:p>
        </p:txBody>
      </p:sp>
      <p:sp>
        <p:nvSpPr>
          <p:cNvPr id="6" name="Date Placeholder 5">
            <a:extLst>
              <a:ext uri="{FF2B5EF4-FFF2-40B4-BE49-F238E27FC236}">
                <a16:creationId xmlns:a16="http://schemas.microsoft.com/office/drawing/2014/main" id="{90DD7D93-4C4D-E385-9F8C-40536F0BDEA2}"/>
              </a:ext>
            </a:extLst>
          </p:cNvPr>
          <p:cNvSpPr>
            <a:spLocks noGrp="1"/>
          </p:cNvSpPr>
          <p:nvPr>
            <p:ph type="dt" sz="half" idx="14"/>
          </p:nvPr>
        </p:nvSpPr>
        <p:spPr/>
        <p:txBody>
          <a:bodyPr/>
          <a:lstStyle/>
          <a:p>
            <a:r>
              <a:rPr lang="en-US" noProof="0"/>
              <a:t>20XX</a:t>
            </a:r>
            <a:endParaRPr lang="en-US" noProof="0" dirty="0"/>
          </a:p>
        </p:txBody>
      </p:sp>
      <p:sp>
        <p:nvSpPr>
          <p:cNvPr id="7" name="Footer Placeholder 6">
            <a:extLst>
              <a:ext uri="{FF2B5EF4-FFF2-40B4-BE49-F238E27FC236}">
                <a16:creationId xmlns:a16="http://schemas.microsoft.com/office/drawing/2014/main" id="{BC99FA72-244D-9DC3-C9B7-E7DAD50A01F7}"/>
              </a:ext>
            </a:extLst>
          </p:cNvPr>
          <p:cNvSpPr>
            <a:spLocks noGrp="1"/>
          </p:cNvSpPr>
          <p:nvPr>
            <p:ph type="ftr" sz="quarter" idx="15"/>
          </p:nvPr>
        </p:nvSpPr>
        <p:spPr/>
        <p:txBody>
          <a:bodyPr/>
          <a:lstStyle/>
          <a:p>
            <a:endParaRPr lang="en-US" noProof="0" dirty="0"/>
          </a:p>
        </p:txBody>
      </p:sp>
      <p:sp>
        <p:nvSpPr>
          <p:cNvPr id="8" name="Slide Number Placeholder 7">
            <a:extLst>
              <a:ext uri="{FF2B5EF4-FFF2-40B4-BE49-F238E27FC236}">
                <a16:creationId xmlns:a16="http://schemas.microsoft.com/office/drawing/2014/main" id="{725A4F6F-66FD-CDA5-7F8F-F5FD6382CFCF}"/>
              </a:ext>
            </a:extLst>
          </p:cNvPr>
          <p:cNvSpPr>
            <a:spLocks noGrp="1"/>
          </p:cNvSpPr>
          <p:nvPr>
            <p:ph type="sldNum" sz="quarter" idx="16"/>
          </p:nvPr>
        </p:nvSpPr>
        <p:spPr>
          <a:xfrm>
            <a:off x="10677340" y="6423914"/>
            <a:ext cx="1052510" cy="365125"/>
          </a:xfrm>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3356847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7" name="Group 6">
            <a:extLst>
              <a:ext uri="{FF2B5EF4-FFF2-40B4-BE49-F238E27FC236}">
                <a16:creationId xmlns:a16="http://schemas.microsoft.com/office/drawing/2014/main" id="{0B1561DF-26A0-6739-95BB-64CDC4C2C6C7}"/>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053579F-32D7-9FD1-DC84-FA7E491BF51E}"/>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DA544AA-CD43-1627-B3BA-3D86AE3F66BA}"/>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8B9861A-053E-6F37-B96F-66C27B486406}"/>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41671247"/>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 id="2147483819" r:id="rId20"/>
    <p:sldLayoutId id="2147483820" r:id="rId21"/>
    <p:sldLayoutId id="2147483821" r:id="rId22"/>
    <p:sldLayoutId id="2147483822" r:id="rId23"/>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p:txBody>
          <a:bodyPr/>
          <a:lstStyle/>
          <a:p>
            <a:r>
              <a:rPr lang="en-US" dirty="0">
                <a:ea typeface="+mj-lt"/>
                <a:cs typeface="+mj-lt"/>
              </a:rPr>
              <a:t>Introduction to Electricity &amp; Ohm's Law</a:t>
            </a:r>
            <a:endParaRPr lang="en-US" dirty="0"/>
          </a:p>
        </p:txBody>
      </p:sp>
      <p:sp>
        <p:nvSpPr>
          <p:cNvPr id="4" name="Subtitle 3">
            <a:extLst>
              <a:ext uri="{FF2B5EF4-FFF2-40B4-BE49-F238E27FC236}">
                <a16:creationId xmlns:a16="http://schemas.microsoft.com/office/drawing/2014/main" id="{ADAF9DC8-FB45-AD0F-D54A-9BF078DA4589}"/>
              </a:ext>
            </a:extLst>
          </p:cNvPr>
          <p:cNvSpPr>
            <a:spLocks noGrp="1"/>
          </p:cNvSpPr>
          <p:nvPr>
            <p:ph type="subTitle" idx="1"/>
          </p:nvPr>
        </p:nvSpPr>
        <p:spPr/>
        <p:txBody>
          <a:bodyPr/>
          <a:lstStyle/>
          <a:p>
            <a:r>
              <a:rPr lang="en-US" dirty="0"/>
              <a:t>MSLETB - Electrical Instrumentation Phase 2</a:t>
            </a:r>
          </a:p>
        </p:txBody>
      </p:sp>
    </p:spTree>
    <p:extLst>
      <p:ext uri="{BB962C8B-B14F-4D97-AF65-F5344CB8AC3E}">
        <p14:creationId xmlns:p14="http://schemas.microsoft.com/office/powerpoint/2010/main" val="103975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90734-D915-59BC-32A9-655C0612D5CF}"/>
              </a:ext>
            </a:extLst>
          </p:cNvPr>
          <p:cNvSpPr>
            <a:spLocks noGrp="1"/>
          </p:cNvSpPr>
          <p:nvPr>
            <p:ph type="title"/>
          </p:nvPr>
        </p:nvSpPr>
        <p:spPr/>
        <p:txBody>
          <a:bodyPr/>
          <a:lstStyle/>
          <a:p>
            <a:r>
              <a:rPr lang="en-US" dirty="0"/>
              <a:t>Module 1: Foundational Concepts</a:t>
            </a:r>
          </a:p>
        </p:txBody>
      </p:sp>
      <p:sp>
        <p:nvSpPr>
          <p:cNvPr id="3" name="Content Placeholder 2">
            <a:extLst>
              <a:ext uri="{FF2B5EF4-FFF2-40B4-BE49-F238E27FC236}">
                <a16:creationId xmlns:a16="http://schemas.microsoft.com/office/drawing/2014/main" id="{415929BB-AC2D-C63C-3CCC-89BE1C41F2E4}"/>
              </a:ext>
            </a:extLst>
          </p:cNvPr>
          <p:cNvSpPr>
            <a:spLocks noGrp="1"/>
          </p:cNvSpPr>
          <p:nvPr>
            <p:ph type="body" idx="1"/>
          </p:nvPr>
        </p:nvSpPr>
        <p:spPr/>
        <p:txBody>
          <a:bodyPr/>
          <a:lstStyle/>
          <a:p>
            <a:r>
              <a:rPr lang="en-US" dirty="0"/>
              <a:t>Session 1.1: Introduction &amp; Atomic Theory</a:t>
            </a:r>
          </a:p>
        </p:txBody>
      </p:sp>
    </p:spTree>
    <p:extLst>
      <p:ext uri="{BB962C8B-B14F-4D97-AF65-F5344CB8AC3E}">
        <p14:creationId xmlns:p14="http://schemas.microsoft.com/office/powerpoint/2010/main" val="3712430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1964E-1CA2-CF1A-B3A1-8B672859E88E}"/>
              </a:ext>
            </a:extLst>
          </p:cNvPr>
          <p:cNvSpPr>
            <a:spLocks noGrp="1"/>
          </p:cNvSpPr>
          <p:nvPr>
            <p:ph type="title"/>
          </p:nvPr>
        </p:nvSpPr>
        <p:spPr/>
        <p:txBody>
          <a:bodyPr/>
          <a:lstStyle/>
          <a:p>
            <a:r>
              <a:rPr lang="en-US" dirty="0"/>
              <a:t>Why Are We Here?</a:t>
            </a:r>
          </a:p>
        </p:txBody>
      </p:sp>
      <p:sp>
        <p:nvSpPr>
          <p:cNvPr id="3" name="Text Placeholder 2">
            <a:extLst>
              <a:ext uri="{FF2B5EF4-FFF2-40B4-BE49-F238E27FC236}">
                <a16:creationId xmlns:a16="http://schemas.microsoft.com/office/drawing/2014/main" id="{106687C0-9170-4FB3-0187-837F2F044008}"/>
              </a:ext>
            </a:extLst>
          </p:cNvPr>
          <p:cNvSpPr>
            <a:spLocks noGrp="1"/>
          </p:cNvSpPr>
          <p:nvPr>
            <p:ph idx="1"/>
          </p:nvPr>
        </p:nvSpPr>
        <p:spPr/>
        <p:txBody>
          <a:bodyPr/>
          <a:lstStyle/>
          <a:p>
            <a:pPr marL="305435" indent="-305435">
              <a:buNone/>
            </a:pPr>
            <a:r>
              <a:rPr lang="en-US" b="1" dirty="0">
                <a:ea typeface="+mn-lt"/>
                <a:cs typeface="+mn-lt"/>
              </a:rPr>
              <a:t>The Importance of Electricity</a:t>
            </a:r>
            <a:endParaRPr lang="en-US" dirty="0">
              <a:ea typeface="+mn-lt"/>
              <a:cs typeface="+mn-lt"/>
            </a:endParaRPr>
          </a:p>
          <a:p>
            <a:pPr marL="305435" indent="-305435">
              <a:buFont typeface="Wingdings 2"/>
              <a:buChar char=""/>
            </a:pPr>
            <a:r>
              <a:rPr lang="en-US" b="1" dirty="0">
                <a:ea typeface="+mn-lt"/>
                <a:cs typeface="+mn-lt"/>
              </a:rPr>
              <a:t>Question:</a:t>
            </a:r>
            <a:r>
              <a:rPr lang="en-US" dirty="0">
                <a:ea typeface="+mn-lt"/>
                <a:cs typeface="+mn-lt"/>
              </a:rPr>
              <a:t> What is the one thing almost every trade on a modern job site depends on?</a:t>
            </a:r>
          </a:p>
          <a:p>
            <a:pPr marL="915670" lvl="1" indent="-285750">
              <a:buFont typeface="Wingdings 2"/>
              <a:buChar char=""/>
            </a:pPr>
            <a:r>
              <a:rPr lang="en-US" sz="1800" b="1" dirty="0">
                <a:ea typeface="+mn-lt"/>
                <a:cs typeface="+mn-lt"/>
              </a:rPr>
              <a:t>Answer:</a:t>
            </a:r>
            <a:r>
              <a:rPr lang="en-US" sz="1800" dirty="0">
                <a:ea typeface="+mn-lt"/>
                <a:cs typeface="+mn-lt"/>
              </a:rPr>
              <a:t> Electricity.</a:t>
            </a:r>
          </a:p>
          <a:p>
            <a:pPr marL="305435" indent="-305435">
              <a:buFont typeface="Wingdings 2"/>
              <a:buChar char=""/>
            </a:pPr>
            <a:r>
              <a:rPr lang="en-US" dirty="0">
                <a:ea typeface="+mn-lt"/>
                <a:cs typeface="+mn-lt"/>
              </a:rPr>
              <a:t>From power tools for carpenters to control systems for plumbers and HVAC technicians, a solid understanding of electricity is </a:t>
            </a:r>
            <a:r>
              <a:rPr lang="en-US" b="1" dirty="0">
                <a:ea typeface="+mn-lt"/>
                <a:cs typeface="+mn-lt"/>
              </a:rPr>
              <a:t>essential for safety and success</a:t>
            </a:r>
            <a:r>
              <a:rPr lang="en-US" dirty="0">
                <a:ea typeface="+mn-lt"/>
                <a:cs typeface="+mn-lt"/>
              </a:rPr>
              <a:t> in any skilled trade.</a:t>
            </a:r>
          </a:p>
          <a:p>
            <a:pPr marL="305435" indent="-305435">
              <a:buFont typeface="Wingdings 2"/>
              <a:buChar char=""/>
            </a:pPr>
            <a:r>
              <a:rPr lang="en-US" b="1" dirty="0">
                <a:ea typeface="+mn-lt"/>
                <a:cs typeface="+mn-lt"/>
              </a:rPr>
              <a:t>Course Goal:</a:t>
            </a:r>
            <a:r>
              <a:rPr lang="en-US" dirty="0">
                <a:ea typeface="+mn-lt"/>
                <a:cs typeface="+mn-lt"/>
              </a:rPr>
              <a:t> To build your knowledge from the ground up, starting with the very basics, so you can work </a:t>
            </a:r>
            <a:r>
              <a:rPr lang="en-US" b="1" dirty="0">
                <a:ea typeface="+mn-lt"/>
                <a:cs typeface="+mn-lt"/>
              </a:rPr>
              <a:t>safely and competently</a:t>
            </a:r>
            <a:r>
              <a:rPr lang="en-US" dirty="0">
                <a:ea typeface="+mn-lt"/>
                <a:cs typeface="+mn-lt"/>
              </a:rPr>
              <a:t>.</a:t>
            </a:r>
          </a:p>
        </p:txBody>
      </p:sp>
    </p:spTree>
    <p:extLst>
      <p:ext uri="{BB962C8B-B14F-4D97-AF65-F5344CB8AC3E}">
        <p14:creationId xmlns:p14="http://schemas.microsoft.com/office/powerpoint/2010/main" val="3724158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E1D4F-1C22-D0F6-DB6F-4BE953329258}"/>
              </a:ext>
            </a:extLst>
          </p:cNvPr>
          <p:cNvSpPr>
            <a:spLocks noGrp="1"/>
          </p:cNvSpPr>
          <p:nvPr>
            <p:ph type="title"/>
          </p:nvPr>
        </p:nvSpPr>
        <p:spPr/>
        <p:txBody>
          <a:bodyPr/>
          <a:lstStyle/>
          <a:p>
            <a:r>
              <a:rPr lang="en-US" dirty="0"/>
              <a:t>The Building Block of Everything: The Atom</a:t>
            </a:r>
          </a:p>
        </p:txBody>
      </p:sp>
      <p:sp>
        <p:nvSpPr>
          <p:cNvPr id="3" name="Content Placeholder 2">
            <a:extLst>
              <a:ext uri="{FF2B5EF4-FFF2-40B4-BE49-F238E27FC236}">
                <a16:creationId xmlns:a16="http://schemas.microsoft.com/office/drawing/2014/main" id="{4914448A-65EC-C84F-7B00-5E10FB2330C9}"/>
              </a:ext>
            </a:extLst>
          </p:cNvPr>
          <p:cNvSpPr>
            <a:spLocks noGrp="1"/>
          </p:cNvSpPr>
          <p:nvPr>
            <p:ph idx="1"/>
          </p:nvPr>
        </p:nvSpPr>
        <p:spPr/>
        <p:txBody>
          <a:bodyPr/>
          <a:lstStyle/>
          <a:p>
            <a:pPr marL="305435" indent="-305435">
              <a:buFont typeface="Wingdings 2"/>
            </a:pPr>
            <a:r>
              <a:rPr lang="en-US" dirty="0">
                <a:ea typeface="+mn-lt"/>
                <a:cs typeface="+mn-lt"/>
              </a:rPr>
              <a:t>Everything in the universe—from the copper in a wire to the air we breathe—is made up of </a:t>
            </a:r>
            <a:r>
              <a:rPr lang="en-US" b="1" dirty="0">
                <a:ea typeface="+mn-lt"/>
                <a:cs typeface="+mn-lt"/>
              </a:rPr>
              <a:t>atoms</a:t>
            </a:r>
            <a:r>
              <a:rPr lang="en-US" dirty="0">
                <a:ea typeface="+mn-lt"/>
                <a:cs typeface="+mn-lt"/>
              </a:rPr>
              <a:t>.</a:t>
            </a:r>
          </a:p>
          <a:p>
            <a:pPr marL="305435" indent="-305435">
              <a:buFont typeface="Wingdings 2"/>
            </a:pPr>
            <a:r>
              <a:rPr lang="en-US" dirty="0">
                <a:ea typeface="+mn-lt"/>
                <a:cs typeface="+mn-lt"/>
              </a:rPr>
              <a:t>An atom is the smallest particle of an element that still has the properties of that element.</a:t>
            </a:r>
          </a:p>
          <a:p>
            <a:pPr marL="305435" indent="-305435">
              <a:buFont typeface="Wingdings 2"/>
            </a:pPr>
            <a:r>
              <a:rPr lang="en-US" dirty="0">
                <a:ea typeface="+mn-lt"/>
                <a:cs typeface="+mn-lt"/>
              </a:rPr>
              <a:t>To understand electricity, we must first understand the structure of the atom.</a:t>
            </a:r>
          </a:p>
        </p:txBody>
      </p:sp>
    </p:spTree>
    <p:extLst>
      <p:ext uri="{BB962C8B-B14F-4D97-AF65-F5344CB8AC3E}">
        <p14:creationId xmlns:p14="http://schemas.microsoft.com/office/powerpoint/2010/main" val="1905950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0EEA3-6B08-3764-1A55-D14F5B359741}"/>
              </a:ext>
            </a:extLst>
          </p:cNvPr>
          <p:cNvSpPr>
            <a:spLocks noGrp="1"/>
          </p:cNvSpPr>
          <p:nvPr>
            <p:ph type="title"/>
          </p:nvPr>
        </p:nvSpPr>
        <p:spPr>
          <a:xfrm>
            <a:off x="581192" y="702156"/>
            <a:ext cx="11029616" cy="1188720"/>
          </a:xfrm>
        </p:spPr>
        <p:txBody>
          <a:bodyPr>
            <a:normAutofit/>
          </a:bodyPr>
          <a:lstStyle/>
          <a:p>
            <a:r>
              <a:rPr lang="en-US" dirty="0">
                <a:ea typeface="+mj-lt"/>
                <a:cs typeface="+mj-lt"/>
              </a:rPr>
              <a:t>Inside the Atom</a:t>
            </a:r>
            <a:endParaRPr lang="en-US" dirty="0"/>
          </a:p>
        </p:txBody>
      </p:sp>
      <p:sp>
        <p:nvSpPr>
          <p:cNvPr id="3" name="Content Placeholder 2">
            <a:extLst>
              <a:ext uri="{FF2B5EF4-FFF2-40B4-BE49-F238E27FC236}">
                <a16:creationId xmlns:a16="http://schemas.microsoft.com/office/drawing/2014/main" id="{5EE712C8-442B-82F5-C6F5-EE25AFB59688}"/>
              </a:ext>
            </a:extLst>
          </p:cNvPr>
          <p:cNvSpPr>
            <a:spLocks noGrp="1"/>
          </p:cNvSpPr>
          <p:nvPr>
            <p:ph idx="1"/>
          </p:nvPr>
        </p:nvSpPr>
        <p:spPr>
          <a:xfrm>
            <a:off x="581193" y="2340864"/>
            <a:ext cx="7024758" cy="3634486"/>
          </a:xfrm>
        </p:spPr>
        <p:txBody>
          <a:bodyPr>
            <a:normAutofit/>
          </a:bodyPr>
          <a:lstStyle/>
          <a:p>
            <a:pPr marL="305435" indent="-305435">
              <a:buNone/>
            </a:pPr>
            <a:r>
              <a:rPr lang="en-US" dirty="0">
                <a:ea typeface="+mn-lt"/>
                <a:cs typeface="+mn-lt"/>
              </a:rPr>
              <a:t>An atom has two main parts: the </a:t>
            </a:r>
            <a:r>
              <a:rPr lang="en-US" b="1" dirty="0">
                <a:ea typeface="+mn-lt"/>
                <a:cs typeface="+mn-lt"/>
              </a:rPr>
              <a:t>Nucleus</a:t>
            </a:r>
            <a:r>
              <a:rPr lang="en-US" dirty="0">
                <a:ea typeface="+mn-lt"/>
                <a:cs typeface="+mn-lt"/>
              </a:rPr>
              <a:t> and the orbiting </a:t>
            </a:r>
            <a:r>
              <a:rPr lang="en-US" b="1" dirty="0">
                <a:ea typeface="+mn-lt"/>
                <a:cs typeface="+mn-lt"/>
              </a:rPr>
              <a:t>Electrons</a:t>
            </a:r>
            <a:r>
              <a:rPr lang="en-US" dirty="0">
                <a:ea typeface="+mn-lt"/>
                <a:cs typeface="+mn-lt"/>
              </a:rPr>
              <a:t>.</a:t>
            </a:r>
            <a:endParaRPr lang="en-US" dirty="0"/>
          </a:p>
          <a:p>
            <a:pPr marL="305435" indent="-305435">
              <a:buFont typeface="Wingdings 2"/>
              <a:buChar char=""/>
            </a:pPr>
            <a:r>
              <a:rPr lang="en-US" b="1" dirty="0">
                <a:ea typeface="+mn-lt"/>
                <a:cs typeface="+mn-lt"/>
              </a:rPr>
              <a:t>The Nucleus (The Center)</a:t>
            </a:r>
            <a:endParaRPr lang="en-US" dirty="0"/>
          </a:p>
          <a:p>
            <a:pPr marL="915670" lvl="1" indent="-285750">
              <a:buFont typeface="Wingdings 2"/>
              <a:buChar char=""/>
            </a:pPr>
            <a:r>
              <a:rPr lang="en-US" b="1" dirty="0">
                <a:ea typeface="+mn-lt"/>
                <a:cs typeface="+mn-lt"/>
              </a:rPr>
              <a:t>Protons:</a:t>
            </a:r>
            <a:r>
              <a:rPr lang="en-US" dirty="0">
                <a:ea typeface="+mn-lt"/>
                <a:cs typeface="+mn-lt"/>
              </a:rPr>
              <a:t> Have a </a:t>
            </a:r>
            <a:r>
              <a:rPr lang="en-US" b="1" dirty="0">
                <a:ea typeface="+mn-lt"/>
                <a:cs typeface="+mn-lt"/>
              </a:rPr>
              <a:t>POSITIVE</a:t>
            </a:r>
            <a:r>
              <a:rPr lang="en-US" dirty="0">
                <a:ea typeface="+mn-lt"/>
                <a:cs typeface="+mn-lt"/>
              </a:rPr>
              <a:t> (+) electrical charge.</a:t>
            </a:r>
            <a:endParaRPr lang="en-US"/>
          </a:p>
          <a:p>
            <a:pPr marL="915670" lvl="1" indent="-285750">
              <a:buFont typeface="Wingdings 2"/>
              <a:buChar char=""/>
            </a:pPr>
            <a:r>
              <a:rPr lang="en-US" b="1" dirty="0">
                <a:ea typeface="+mn-lt"/>
                <a:cs typeface="+mn-lt"/>
              </a:rPr>
              <a:t>Neutrons:</a:t>
            </a:r>
            <a:r>
              <a:rPr lang="en-US" dirty="0">
                <a:ea typeface="+mn-lt"/>
                <a:cs typeface="+mn-lt"/>
              </a:rPr>
              <a:t> Have </a:t>
            </a:r>
            <a:r>
              <a:rPr lang="en-US" b="1" dirty="0">
                <a:ea typeface="+mn-lt"/>
                <a:cs typeface="+mn-lt"/>
              </a:rPr>
              <a:t>NO</a:t>
            </a:r>
            <a:r>
              <a:rPr lang="en-US" dirty="0">
                <a:ea typeface="+mn-lt"/>
                <a:cs typeface="+mn-lt"/>
              </a:rPr>
              <a:t> charge (they are neutral).</a:t>
            </a:r>
            <a:endParaRPr lang="en-US" dirty="0"/>
          </a:p>
          <a:p>
            <a:pPr marL="305435" indent="-305435">
              <a:buFont typeface="Wingdings 2"/>
              <a:buChar char=""/>
            </a:pPr>
            <a:r>
              <a:rPr lang="en-US" b="1" dirty="0">
                <a:ea typeface="+mn-lt"/>
                <a:cs typeface="+mn-lt"/>
              </a:rPr>
              <a:t>The Orbiting Particles</a:t>
            </a:r>
            <a:endParaRPr lang="en-US" dirty="0"/>
          </a:p>
          <a:p>
            <a:pPr marL="915670" lvl="1" indent="-285750">
              <a:buFont typeface="Wingdings 2"/>
              <a:buChar char=""/>
            </a:pPr>
            <a:r>
              <a:rPr lang="en-US" b="1" dirty="0">
                <a:ea typeface="+mn-lt"/>
                <a:cs typeface="+mn-lt"/>
              </a:rPr>
              <a:t>Electrons:</a:t>
            </a:r>
            <a:r>
              <a:rPr lang="en-US" dirty="0">
                <a:ea typeface="+mn-lt"/>
                <a:cs typeface="+mn-lt"/>
              </a:rPr>
              <a:t> Have a </a:t>
            </a:r>
            <a:r>
              <a:rPr lang="en-US" b="1" dirty="0">
                <a:ea typeface="+mn-lt"/>
                <a:cs typeface="+mn-lt"/>
              </a:rPr>
              <a:t>NEGATIVE</a:t>
            </a:r>
            <a:r>
              <a:rPr lang="en-US" dirty="0">
                <a:ea typeface="+mn-lt"/>
                <a:cs typeface="+mn-lt"/>
              </a:rPr>
              <a:t> (-) electrical charge. They are very small and orbit the nucleus at high speed.</a:t>
            </a:r>
            <a:endParaRPr lang="en-US" dirty="0"/>
          </a:p>
          <a:p>
            <a:pPr marL="629920" lvl="1" indent="0">
              <a:buNone/>
            </a:pPr>
            <a:r>
              <a:rPr lang="en-US" b="1" dirty="0">
                <a:ea typeface="+mn-lt"/>
                <a:cs typeface="+mn-lt"/>
              </a:rPr>
              <a:t>Key Point:</a:t>
            </a:r>
            <a:r>
              <a:rPr lang="en-US" dirty="0">
                <a:ea typeface="+mn-lt"/>
                <a:cs typeface="+mn-lt"/>
              </a:rPr>
              <a:t> In a normal atom, the number of electrons (-) is </a:t>
            </a:r>
            <a:r>
              <a:rPr lang="en-US" b="1" dirty="0">
                <a:ea typeface="+mn-lt"/>
                <a:cs typeface="+mn-lt"/>
              </a:rPr>
              <a:t>equal</a:t>
            </a:r>
            <a:r>
              <a:rPr lang="en-US" dirty="0">
                <a:ea typeface="+mn-lt"/>
                <a:cs typeface="+mn-lt"/>
              </a:rPr>
              <a:t> to the number of protons (+). This makes the atom electrically neutral.</a:t>
            </a:r>
            <a:endParaRPr lang="en-US" dirty="0"/>
          </a:p>
        </p:txBody>
      </p:sp>
      <p:pic>
        <p:nvPicPr>
          <p:cNvPr id="4" name="Picture 3" descr="A diagram of a atom&#10;&#10;AI-generated content may be incorrect.">
            <a:extLst>
              <a:ext uri="{FF2B5EF4-FFF2-40B4-BE49-F238E27FC236}">
                <a16:creationId xmlns:a16="http://schemas.microsoft.com/office/drawing/2014/main" id="{625D90BB-AD53-18E2-5097-35C5079F8646}"/>
              </a:ext>
            </a:extLst>
          </p:cNvPr>
          <p:cNvPicPr>
            <a:picLocks noChangeAspect="1"/>
          </p:cNvPicPr>
          <p:nvPr/>
        </p:nvPicPr>
        <p:blipFill>
          <a:blip r:embed="rId2"/>
          <a:srcRect r="5" b="2309"/>
          <a:stretch>
            <a:fillRect/>
          </a:stretch>
        </p:blipFill>
        <p:spPr>
          <a:xfrm>
            <a:off x="8051799" y="2340864"/>
            <a:ext cx="3683001" cy="3634486"/>
          </a:xfrm>
          <a:prstGeom prst="rect">
            <a:avLst/>
          </a:prstGeom>
          <a:ln>
            <a:noFill/>
          </a:ln>
        </p:spPr>
      </p:pic>
    </p:spTree>
    <p:extLst>
      <p:ext uri="{BB962C8B-B14F-4D97-AF65-F5344CB8AC3E}">
        <p14:creationId xmlns:p14="http://schemas.microsoft.com/office/powerpoint/2010/main" val="2152880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457DC64A-6AA0-DEB6-8AEA-E487F07F87FA}"/>
              </a:ext>
            </a:extLst>
          </p:cNvPr>
          <p:cNvSpPr>
            <a:spLocks noGrp="1"/>
          </p:cNvSpPr>
          <p:nvPr>
            <p:ph type="title"/>
          </p:nvPr>
        </p:nvSpPr>
        <p:spPr>
          <a:xfrm>
            <a:off x="609906" y="702155"/>
            <a:ext cx="3568661" cy="1269713"/>
          </a:xfrm>
        </p:spPr>
        <p:txBody>
          <a:bodyPr>
            <a:normAutofit/>
          </a:bodyPr>
          <a:lstStyle/>
          <a:p>
            <a:pPr>
              <a:lnSpc>
                <a:spcPct val="90000"/>
              </a:lnSpc>
            </a:pPr>
            <a:r>
              <a:rPr lang="en-US" dirty="0">
                <a:ea typeface="+mj-lt"/>
                <a:cs typeface="+mj-lt"/>
              </a:rPr>
              <a:t>The Most Important Part: Electron Shells</a:t>
            </a:r>
            <a:endParaRPr lang="en-US"/>
          </a:p>
        </p:txBody>
      </p:sp>
      <p:sp>
        <p:nvSpPr>
          <p:cNvPr id="11" name="Rectangle 10">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FE3FA514-657B-66BE-ED59-8A45E7702F0D}"/>
              </a:ext>
            </a:extLst>
          </p:cNvPr>
          <p:cNvSpPr>
            <a:spLocks noGrp="1"/>
          </p:cNvSpPr>
          <p:nvPr>
            <p:ph idx="1"/>
          </p:nvPr>
        </p:nvSpPr>
        <p:spPr>
          <a:xfrm>
            <a:off x="609906" y="2340864"/>
            <a:ext cx="3568661" cy="3634486"/>
          </a:xfrm>
        </p:spPr>
        <p:txBody>
          <a:bodyPr>
            <a:normAutofit/>
          </a:bodyPr>
          <a:lstStyle/>
          <a:p>
            <a:pPr marL="305435" indent="-305435">
              <a:buFont typeface="Wingdings 2"/>
            </a:pPr>
            <a:r>
              <a:rPr lang="en-US" dirty="0">
                <a:ea typeface="+mn-lt"/>
                <a:cs typeface="+mn-lt"/>
              </a:rPr>
              <a:t>Electrons don't just orbit randomly; they stay in specific paths called </a:t>
            </a:r>
            <a:r>
              <a:rPr lang="en-US" b="1" dirty="0">
                <a:ea typeface="+mn-lt"/>
                <a:cs typeface="+mn-lt"/>
              </a:rPr>
              <a:t>shells</a:t>
            </a:r>
            <a:r>
              <a:rPr lang="en-US" dirty="0">
                <a:ea typeface="+mn-lt"/>
                <a:cs typeface="+mn-lt"/>
              </a:rPr>
              <a:t> or </a:t>
            </a:r>
            <a:r>
              <a:rPr lang="en-US" b="1" dirty="0">
                <a:ea typeface="+mn-lt"/>
                <a:cs typeface="+mn-lt"/>
              </a:rPr>
              <a:t>energy levels</a:t>
            </a:r>
            <a:r>
              <a:rPr lang="en-US" dirty="0">
                <a:ea typeface="+mn-lt"/>
                <a:cs typeface="+mn-lt"/>
              </a:rPr>
              <a:t>.</a:t>
            </a:r>
          </a:p>
          <a:p>
            <a:pPr marL="305435" indent="-305435">
              <a:buFont typeface="Wingdings 2"/>
            </a:pPr>
            <a:r>
              <a:rPr lang="en-US" dirty="0">
                <a:ea typeface="+mn-lt"/>
                <a:cs typeface="+mn-lt"/>
              </a:rPr>
              <a:t>Think of it like planets orbiting the sun in our solar system.</a:t>
            </a:r>
          </a:p>
          <a:p>
            <a:pPr marL="305435" indent="-305435">
              <a:buFont typeface="Wingdings 2"/>
            </a:pPr>
            <a:r>
              <a:rPr lang="en-US" dirty="0">
                <a:ea typeface="+mn-lt"/>
                <a:cs typeface="+mn-lt"/>
              </a:rPr>
              <a:t>Each shell can only hold a certain number of electrons.</a:t>
            </a:r>
          </a:p>
          <a:p>
            <a:pPr marL="305435" indent="0">
              <a:buNone/>
            </a:pPr>
            <a:r>
              <a:rPr lang="en-US" i="1" dirty="0">
                <a:ea typeface="+mn-lt"/>
                <a:cs typeface="+mn-lt"/>
              </a:rPr>
              <a:t>The shell furthest from the nucleus is the most important one for electricity.</a:t>
            </a:r>
            <a:endParaRPr lang="en-US" dirty="0">
              <a:ea typeface="+mn-lt"/>
              <a:cs typeface="+mn-lt"/>
            </a:endParaRPr>
          </a:p>
        </p:txBody>
      </p:sp>
      <p:pic>
        <p:nvPicPr>
          <p:cNvPr id="4" name="Picture 3" descr="Diagram of a diagram of electrons and electrons&#10;&#10;AI-generated content may be incorrect.">
            <a:extLst>
              <a:ext uri="{FF2B5EF4-FFF2-40B4-BE49-F238E27FC236}">
                <a16:creationId xmlns:a16="http://schemas.microsoft.com/office/drawing/2014/main" id="{9190CE27-1217-C9FB-B9B8-C31A602A2784}"/>
              </a:ext>
            </a:extLst>
          </p:cNvPr>
          <p:cNvPicPr>
            <a:picLocks noChangeAspect="1"/>
          </p:cNvPicPr>
          <p:nvPr/>
        </p:nvPicPr>
        <p:blipFill>
          <a:blip r:embed="rId2"/>
          <a:stretch>
            <a:fillRect/>
          </a:stretch>
        </p:blipFill>
        <p:spPr>
          <a:xfrm>
            <a:off x="4654296" y="1907508"/>
            <a:ext cx="6735272" cy="2862490"/>
          </a:xfrm>
          <a:prstGeom prst="rect">
            <a:avLst/>
          </a:prstGeom>
          <a:ln>
            <a:noFill/>
          </a:ln>
        </p:spPr>
      </p:pic>
    </p:spTree>
    <p:extLst>
      <p:ext uri="{BB962C8B-B14F-4D97-AF65-F5344CB8AC3E}">
        <p14:creationId xmlns:p14="http://schemas.microsoft.com/office/powerpoint/2010/main" val="1371725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B055CAA-2668-4929-8202-DBD35A78E8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DE45B9-8A40-27C2-0ACB-A7E51E44CBFA}"/>
              </a:ext>
            </a:extLst>
          </p:cNvPr>
          <p:cNvSpPr>
            <a:spLocks noGrp="1"/>
          </p:cNvSpPr>
          <p:nvPr>
            <p:ph type="title"/>
          </p:nvPr>
        </p:nvSpPr>
        <p:spPr>
          <a:xfrm>
            <a:off x="4241830" y="702156"/>
            <a:ext cx="7368978" cy="1188720"/>
          </a:xfrm>
        </p:spPr>
        <p:txBody>
          <a:bodyPr>
            <a:normAutofit/>
          </a:bodyPr>
          <a:lstStyle/>
          <a:p>
            <a:r>
              <a:rPr lang="en-US" dirty="0">
                <a:ea typeface="+mj-lt"/>
                <a:cs typeface="+mj-lt"/>
              </a:rPr>
              <a:t>The Valence Shell - The Key to Electricity</a:t>
            </a:r>
            <a:endParaRPr lang="en-US" dirty="0"/>
          </a:p>
        </p:txBody>
      </p:sp>
      <p:sp>
        <p:nvSpPr>
          <p:cNvPr id="11" name="Rectangle 10">
            <a:extLst>
              <a:ext uri="{FF2B5EF4-FFF2-40B4-BE49-F238E27FC236}">
                <a16:creationId xmlns:a16="http://schemas.microsoft.com/office/drawing/2014/main" id="{38F88ED4-721F-4A25-9A68-66C57B1F8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12">
            <a:extLst>
              <a:ext uri="{FF2B5EF4-FFF2-40B4-BE49-F238E27FC236}">
                <a16:creationId xmlns:a16="http://schemas.microsoft.com/office/drawing/2014/main" id="{3A5A85F2-11BA-4322-9355-08C0DEC78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14">
            <a:extLst>
              <a:ext uri="{FF2B5EF4-FFF2-40B4-BE49-F238E27FC236}">
                <a16:creationId xmlns:a16="http://schemas.microsoft.com/office/drawing/2014/main" id="{1A88A0CA-0BDB-4A19-A648-638BE196B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4" name="Picture 3" descr="Diagram of an element with green circles and arrows&#10;&#10;AI-generated content may be incorrect.">
            <a:extLst>
              <a:ext uri="{FF2B5EF4-FFF2-40B4-BE49-F238E27FC236}">
                <a16:creationId xmlns:a16="http://schemas.microsoft.com/office/drawing/2014/main" id="{AF71FD8D-8655-6749-AB26-F360B5DFEFED}"/>
              </a:ext>
            </a:extLst>
          </p:cNvPr>
          <p:cNvPicPr>
            <a:picLocks noChangeAspect="1"/>
          </p:cNvPicPr>
          <p:nvPr/>
        </p:nvPicPr>
        <p:blipFill>
          <a:blip r:embed="rId2"/>
          <a:srcRect l="16606" t="-1590"/>
          <a:stretch>
            <a:fillRect/>
          </a:stretch>
        </p:blipFill>
        <p:spPr>
          <a:xfrm>
            <a:off x="442647" y="2698773"/>
            <a:ext cx="3545230" cy="2911034"/>
          </a:xfrm>
          <a:prstGeom prst="rect">
            <a:avLst/>
          </a:prstGeom>
          <a:ln>
            <a:noFill/>
          </a:ln>
        </p:spPr>
      </p:pic>
      <p:sp>
        <p:nvSpPr>
          <p:cNvPr id="3" name="Content Placeholder 2">
            <a:extLst>
              <a:ext uri="{FF2B5EF4-FFF2-40B4-BE49-F238E27FC236}">
                <a16:creationId xmlns:a16="http://schemas.microsoft.com/office/drawing/2014/main" id="{D46BCCF9-240C-71C7-759D-09568903ED0F}"/>
              </a:ext>
            </a:extLst>
          </p:cNvPr>
          <p:cNvSpPr>
            <a:spLocks noGrp="1"/>
          </p:cNvSpPr>
          <p:nvPr>
            <p:ph idx="1"/>
          </p:nvPr>
        </p:nvSpPr>
        <p:spPr>
          <a:xfrm>
            <a:off x="4241829" y="2340864"/>
            <a:ext cx="7019005" cy="3634486"/>
          </a:xfrm>
        </p:spPr>
        <p:txBody>
          <a:bodyPr>
            <a:normAutofit/>
          </a:bodyPr>
          <a:lstStyle/>
          <a:p>
            <a:pPr marL="305435" indent="-305435">
              <a:buFont typeface="Wingdings 2"/>
            </a:pPr>
            <a:r>
              <a:rPr lang="en-US" dirty="0">
                <a:ea typeface="+mn-lt"/>
                <a:cs typeface="+mn-lt"/>
              </a:rPr>
              <a:t>The outermost shell of an atom is called the </a:t>
            </a:r>
            <a:r>
              <a:rPr lang="en-US" b="1" dirty="0">
                <a:ea typeface="+mn-lt"/>
                <a:cs typeface="+mn-lt"/>
              </a:rPr>
              <a:t>VALENCE SHELL</a:t>
            </a:r>
            <a:r>
              <a:rPr lang="en-US" dirty="0">
                <a:ea typeface="+mn-lt"/>
                <a:cs typeface="+mn-lt"/>
              </a:rPr>
              <a:t>.</a:t>
            </a:r>
          </a:p>
          <a:p>
            <a:pPr marL="305435" indent="-305435">
              <a:buFont typeface="Wingdings 2"/>
            </a:pPr>
            <a:r>
              <a:rPr lang="en-US" dirty="0">
                <a:ea typeface="+mn-lt"/>
                <a:cs typeface="+mn-lt"/>
              </a:rPr>
              <a:t>The electrons in this shell are called </a:t>
            </a:r>
            <a:r>
              <a:rPr lang="en-US" b="1" dirty="0">
                <a:ea typeface="+mn-lt"/>
                <a:cs typeface="+mn-lt"/>
              </a:rPr>
              <a:t>valence electrons</a:t>
            </a:r>
            <a:r>
              <a:rPr lang="en-US" dirty="0">
                <a:ea typeface="+mn-lt"/>
                <a:cs typeface="+mn-lt"/>
              </a:rPr>
              <a:t>.</a:t>
            </a:r>
          </a:p>
          <a:p>
            <a:pPr marL="305435" indent="-305435">
              <a:buFont typeface="Wingdings 2"/>
            </a:pPr>
            <a:r>
              <a:rPr lang="en-US" b="1" dirty="0">
                <a:ea typeface="+mn-lt"/>
                <a:cs typeface="+mn-lt"/>
              </a:rPr>
              <a:t>The flow of electricity is the flow of electrons.</a:t>
            </a:r>
            <a:endParaRPr lang="en-US" dirty="0">
              <a:ea typeface="+mn-lt"/>
              <a:cs typeface="+mn-lt"/>
            </a:endParaRPr>
          </a:p>
          <a:p>
            <a:pPr marL="305435" indent="-305435">
              <a:buFont typeface="Wingdings 2"/>
            </a:pPr>
            <a:r>
              <a:rPr lang="en-US" dirty="0">
                <a:ea typeface="+mn-lt"/>
                <a:cs typeface="+mn-lt"/>
              </a:rPr>
              <a:t>How easily an electron can leave its valence shell determines if a material will be a good conductor of electricity or not.</a:t>
            </a:r>
          </a:p>
          <a:p>
            <a:pPr marL="305435" indent="0">
              <a:buNone/>
            </a:pPr>
            <a:r>
              <a:rPr lang="en-US" b="1" dirty="0">
                <a:ea typeface="+mn-lt"/>
                <a:cs typeface="+mn-lt"/>
              </a:rPr>
              <a:t>If a valence electron can be easily "knocked out" of its shell, it can move freely and contribute to electric current.</a:t>
            </a:r>
            <a:endParaRPr lang="en-US" dirty="0">
              <a:ea typeface="+mn-lt"/>
              <a:cs typeface="+mn-lt"/>
            </a:endParaRPr>
          </a:p>
        </p:txBody>
      </p:sp>
    </p:spTree>
    <p:extLst>
      <p:ext uri="{BB962C8B-B14F-4D97-AF65-F5344CB8AC3E}">
        <p14:creationId xmlns:p14="http://schemas.microsoft.com/office/powerpoint/2010/main" val="2124545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028F0-1707-5185-FFD6-4F21AE4F7DED}"/>
              </a:ext>
            </a:extLst>
          </p:cNvPr>
          <p:cNvSpPr>
            <a:spLocks noGrp="1"/>
          </p:cNvSpPr>
          <p:nvPr>
            <p:ph type="title"/>
          </p:nvPr>
        </p:nvSpPr>
        <p:spPr/>
        <p:txBody>
          <a:bodyPr/>
          <a:lstStyle/>
          <a:p>
            <a:r>
              <a:rPr lang="en-US"/>
              <a:t>Activity Time</a:t>
            </a:r>
          </a:p>
        </p:txBody>
      </p:sp>
      <p:sp>
        <p:nvSpPr>
          <p:cNvPr id="3" name="Content Placeholder 2">
            <a:extLst>
              <a:ext uri="{FF2B5EF4-FFF2-40B4-BE49-F238E27FC236}">
                <a16:creationId xmlns:a16="http://schemas.microsoft.com/office/drawing/2014/main" id="{E45DB520-03D7-13CA-485C-44B260411B44}"/>
              </a:ext>
            </a:extLst>
          </p:cNvPr>
          <p:cNvSpPr>
            <a:spLocks noGrp="1"/>
          </p:cNvSpPr>
          <p:nvPr>
            <p:ph idx="1"/>
          </p:nvPr>
        </p:nvSpPr>
        <p:spPr/>
        <p:txBody>
          <a:bodyPr/>
          <a:lstStyle/>
          <a:p>
            <a:pPr marL="305435" indent="-305435">
              <a:buNone/>
            </a:pPr>
            <a:r>
              <a:rPr lang="en-US" b="1" dirty="0">
                <a:ea typeface="+mn-lt"/>
                <a:cs typeface="+mn-lt"/>
              </a:rPr>
              <a:t>Goal:</a:t>
            </a:r>
            <a:r>
              <a:rPr lang="en-US" dirty="0">
                <a:ea typeface="+mn-lt"/>
                <a:cs typeface="+mn-lt"/>
              </a:rPr>
              <a:t> To see the difference between an atom of a </a:t>
            </a:r>
            <a:r>
              <a:rPr lang="en-US" b="1" dirty="0">
                <a:ea typeface="+mn-lt"/>
                <a:cs typeface="+mn-lt"/>
              </a:rPr>
              <a:t>conductor</a:t>
            </a:r>
            <a:r>
              <a:rPr lang="en-US" dirty="0">
                <a:ea typeface="+mn-lt"/>
                <a:cs typeface="+mn-lt"/>
              </a:rPr>
              <a:t> and an atom of an </a:t>
            </a:r>
            <a:r>
              <a:rPr lang="en-US" b="1" dirty="0">
                <a:ea typeface="+mn-lt"/>
                <a:cs typeface="+mn-lt"/>
              </a:rPr>
              <a:t>insulator</a:t>
            </a:r>
            <a:r>
              <a:rPr lang="en-US" dirty="0">
                <a:ea typeface="+mn-lt"/>
                <a:cs typeface="+mn-lt"/>
              </a:rPr>
              <a:t>.</a:t>
            </a:r>
            <a:endParaRPr lang="en-US" dirty="0"/>
          </a:p>
          <a:p>
            <a:pPr marL="305435" indent="-305435">
              <a:buNone/>
            </a:pPr>
            <a:r>
              <a:rPr lang="en-US" b="1" dirty="0">
                <a:ea typeface="+mn-lt"/>
                <a:cs typeface="+mn-lt"/>
              </a:rPr>
              <a:t>You will need:</a:t>
            </a:r>
            <a:endParaRPr lang="en-US" dirty="0">
              <a:ea typeface="+mn-lt"/>
              <a:cs typeface="+mn-lt"/>
            </a:endParaRPr>
          </a:p>
          <a:p>
            <a:pPr marL="305435" indent="-305435">
              <a:buFont typeface="Wingdings 2"/>
              <a:buChar char=""/>
            </a:pPr>
            <a:r>
              <a:rPr lang="en-US" dirty="0">
                <a:ea typeface="+mn-lt"/>
                <a:cs typeface="+mn-lt"/>
              </a:rPr>
              <a:t>Pen / Pencil</a:t>
            </a:r>
          </a:p>
          <a:p>
            <a:pPr marL="305435" indent="-305435">
              <a:buFont typeface="Wingdings 2"/>
              <a:buChar char=""/>
            </a:pPr>
            <a:r>
              <a:rPr lang="en-US" dirty="0">
                <a:ea typeface="+mn-lt"/>
                <a:cs typeface="+mn-lt"/>
              </a:rPr>
              <a:t>Paper</a:t>
            </a:r>
          </a:p>
          <a:p>
            <a:pPr marL="305435" indent="0">
              <a:buNone/>
            </a:pPr>
            <a:r>
              <a:rPr lang="en-US" dirty="0">
                <a:ea typeface="+mn-lt"/>
                <a:cs typeface="+mn-lt"/>
              </a:rPr>
              <a:t>We will draw two different atoms:</a:t>
            </a:r>
          </a:p>
          <a:p>
            <a:pPr marL="305435" indent="-305435">
              <a:buFont typeface="Wingdings 2"/>
              <a:buChar char=""/>
            </a:pPr>
            <a:r>
              <a:rPr lang="en-US" b="1" dirty="0">
                <a:ea typeface="+mn-lt"/>
                <a:cs typeface="+mn-lt"/>
              </a:rPr>
              <a:t>Copper:</a:t>
            </a:r>
            <a:r>
              <a:rPr lang="en-US" dirty="0">
                <a:ea typeface="+mn-lt"/>
                <a:cs typeface="+mn-lt"/>
              </a:rPr>
              <a:t> A great electrical conductor.</a:t>
            </a:r>
          </a:p>
          <a:p>
            <a:pPr marL="305435" indent="-305435">
              <a:buFont typeface="Wingdings 2"/>
              <a:buChar char=""/>
            </a:pPr>
            <a:r>
              <a:rPr lang="en-US" b="1" dirty="0">
                <a:ea typeface="+mn-lt"/>
                <a:cs typeface="+mn-lt"/>
              </a:rPr>
              <a:t>Neon:</a:t>
            </a:r>
            <a:r>
              <a:rPr lang="en-US" dirty="0">
                <a:ea typeface="+mn-lt"/>
                <a:cs typeface="+mn-lt"/>
              </a:rPr>
              <a:t> A gas used in signs, which is an electrical insulator.</a:t>
            </a:r>
          </a:p>
        </p:txBody>
      </p:sp>
    </p:spTree>
    <p:extLst>
      <p:ext uri="{BB962C8B-B14F-4D97-AF65-F5344CB8AC3E}">
        <p14:creationId xmlns:p14="http://schemas.microsoft.com/office/powerpoint/2010/main" val="2665460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8AE06-BAB5-EB85-1B4C-812DFF4886F7}"/>
              </a:ext>
            </a:extLst>
          </p:cNvPr>
          <p:cNvSpPr>
            <a:spLocks noGrp="1"/>
          </p:cNvSpPr>
          <p:nvPr>
            <p:ph type="title"/>
          </p:nvPr>
        </p:nvSpPr>
        <p:spPr/>
        <p:txBody>
          <a:bodyPr/>
          <a:lstStyle/>
          <a:p>
            <a:r>
              <a:rPr lang="en-US" dirty="0">
                <a:ea typeface="+mj-lt"/>
                <a:cs typeface="+mj-lt"/>
              </a:rPr>
              <a:t>Activity: Draw a Conductor (Copper)</a:t>
            </a:r>
            <a:endParaRPr lang="en-US" dirty="0"/>
          </a:p>
        </p:txBody>
      </p:sp>
      <p:sp>
        <p:nvSpPr>
          <p:cNvPr id="3" name="Content Placeholder 2">
            <a:extLst>
              <a:ext uri="{FF2B5EF4-FFF2-40B4-BE49-F238E27FC236}">
                <a16:creationId xmlns:a16="http://schemas.microsoft.com/office/drawing/2014/main" id="{49109AA3-27E9-D85A-F928-1455CB04FE8D}"/>
              </a:ext>
            </a:extLst>
          </p:cNvPr>
          <p:cNvSpPr>
            <a:spLocks noGrp="1"/>
          </p:cNvSpPr>
          <p:nvPr>
            <p:ph idx="1"/>
          </p:nvPr>
        </p:nvSpPr>
        <p:spPr/>
        <p:txBody>
          <a:bodyPr>
            <a:normAutofit fontScale="92500" lnSpcReduction="20000"/>
          </a:bodyPr>
          <a:lstStyle/>
          <a:p>
            <a:pPr marL="305435" indent="-305435">
              <a:buNone/>
            </a:pPr>
            <a:r>
              <a:rPr lang="en-US" b="1">
                <a:ea typeface="+mn-lt"/>
                <a:cs typeface="+mn-lt"/>
              </a:rPr>
              <a:t>Copper Atom (Cu)</a:t>
            </a:r>
            <a:endParaRPr lang="en-US">
              <a:ea typeface="+mn-lt"/>
              <a:cs typeface="+mn-lt"/>
            </a:endParaRPr>
          </a:p>
          <a:p>
            <a:pPr marL="305435" indent="-305435">
              <a:buFont typeface="Wingdings 2"/>
            </a:pPr>
            <a:r>
              <a:rPr lang="en-US" b="1">
                <a:ea typeface="+mn-lt"/>
                <a:cs typeface="+mn-lt"/>
              </a:rPr>
              <a:t>Protons:</a:t>
            </a:r>
            <a:r>
              <a:rPr lang="en-US">
                <a:ea typeface="+mn-lt"/>
                <a:cs typeface="+mn-lt"/>
              </a:rPr>
              <a:t> 29 (+)</a:t>
            </a:r>
          </a:p>
          <a:p>
            <a:pPr marL="305435" indent="-305435">
              <a:buFont typeface="Wingdings 2"/>
            </a:pPr>
            <a:r>
              <a:rPr lang="en-US" b="1" dirty="0">
                <a:ea typeface="+mn-lt"/>
                <a:cs typeface="+mn-lt"/>
              </a:rPr>
              <a:t>Electrons:</a:t>
            </a:r>
            <a:r>
              <a:rPr lang="en-US" dirty="0">
                <a:ea typeface="+mn-lt"/>
                <a:cs typeface="+mn-lt"/>
              </a:rPr>
              <a:t> 29 (-)</a:t>
            </a:r>
          </a:p>
          <a:p>
            <a:pPr marL="0" indent="0">
              <a:buNone/>
            </a:pPr>
            <a:endParaRPr lang="en-US" b="1" dirty="0">
              <a:ea typeface="+mn-lt"/>
              <a:cs typeface="+mn-lt"/>
            </a:endParaRPr>
          </a:p>
          <a:p>
            <a:pPr marL="0" indent="0">
              <a:buFont typeface="Wingdings 2"/>
              <a:buNone/>
            </a:pPr>
            <a:r>
              <a:rPr lang="en-US" b="1" dirty="0">
                <a:ea typeface="+mn-lt"/>
                <a:cs typeface="+mn-lt"/>
              </a:rPr>
              <a:t>Shell Structure:</a:t>
            </a:r>
            <a:endParaRPr lang="en-US" dirty="0">
              <a:ea typeface="+mn-lt"/>
              <a:cs typeface="+mn-lt"/>
            </a:endParaRPr>
          </a:p>
          <a:p>
            <a:pPr marL="305435" indent="-305435">
              <a:buFont typeface="Wingdings 2"/>
            </a:pPr>
            <a:r>
              <a:rPr lang="en-US">
                <a:ea typeface="+mn-lt"/>
                <a:cs typeface="+mn-lt"/>
              </a:rPr>
              <a:t>1st Shell: 2 electrons</a:t>
            </a:r>
          </a:p>
          <a:p>
            <a:pPr marL="305435" indent="-305435">
              <a:buFont typeface="Wingdings 2"/>
            </a:pPr>
            <a:r>
              <a:rPr lang="en-US">
                <a:ea typeface="+mn-lt"/>
                <a:cs typeface="+mn-lt"/>
              </a:rPr>
              <a:t>2nd Shell: 8 electrons</a:t>
            </a:r>
          </a:p>
          <a:p>
            <a:pPr marL="305435" indent="-305435">
              <a:buFont typeface="Wingdings 2"/>
            </a:pPr>
            <a:r>
              <a:rPr lang="en-US">
                <a:ea typeface="+mn-lt"/>
                <a:cs typeface="+mn-lt"/>
              </a:rPr>
              <a:t>3rd Shell: 18 electrons</a:t>
            </a:r>
          </a:p>
          <a:p>
            <a:pPr marL="305435" indent="-305435">
              <a:buFont typeface="Wingdings 2"/>
            </a:pPr>
            <a:r>
              <a:rPr lang="en-US" b="1">
                <a:ea typeface="+mn-lt"/>
                <a:cs typeface="+mn-lt"/>
              </a:rPr>
              <a:t>Valence Shell (4th): 1 electron</a:t>
            </a:r>
            <a:endParaRPr lang="en-US">
              <a:ea typeface="+mn-lt"/>
              <a:cs typeface="+mn-lt"/>
            </a:endParaRPr>
          </a:p>
          <a:p>
            <a:pPr marL="305435" indent="0">
              <a:buNone/>
            </a:pPr>
            <a:r>
              <a:rPr lang="en-US" b="1">
                <a:ea typeface="+mn-lt"/>
                <a:cs typeface="+mn-lt"/>
              </a:rPr>
              <a:t>Draw this atom. Notice how lonely that one valence electron is. It's not held tightly and can easily be pushed out!</a:t>
            </a:r>
            <a:endParaRPr lang="en-US">
              <a:ea typeface="+mn-lt"/>
              <a:cs typeface="+mn-lt"/>
            </a:endParaRPr>
          </a:p>
        </p:txBody>
      </p:sp>
    </p:spTree>
    <p:extLst>
      <p:ext uri="{BB962C8B-B14F-4D97-AF65-F5344CB8AC3E}">
        <p14:creationId xmlns:p14="http://schemas.microsoft.com/office/powerpoint/2010/main" val="4239170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38A22-85FF-3E7C-C8B9-EC1EF4A9E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06137-2F8F-87B3-F8A9-46E06FD50FB6}"/>
              </a:ext>
            </a:extLst>
          </p:cNvPr>
          <p:cNvSpPr>
            <a:spLocks noGrp="1"/>
          </p:cNvSpPr>
          <p:nvPr>
            <p:ph type="title"/>
          </p:nvPr>
        </p:nvSpPr>
        <p:spPr/>
        <p:txBody>
          <a:bodyPr/>
          <a:lstStyle/>
          <a:p>
            <a:r>
              <a:rPr lang="en-US" dirty="0">
                <a:ea typeface="+mj-lt"/>
                <a:cs typeface="+mj-lt"/>
              </a:rPr>
              <a:t>Activity: Draw a Conductor (Copper)</a:t>
            </a:r>
            <a:endParaRPr lang="en-US" dirty="0"/>
          </a:p>
        </p:txBody>
      </p:sp>
      <p:sp>
        <p:nvSpPr>
          <p:cNvPr id="3" name="Content Placeholder 2">
            <a:extLst>
              <a:ext uri="{FF2B5EF4-FFF2-40B4-BE49-F238E27FC236}">
                <a16:creationId xmlns:a16="http://schemas.microsoft.com/office/drawing/2014/main" id="{5A07F0E0-6727-E29F-A5AF-4E983A86EE69}"/>
              </a:ext>
            </a:extLst>
          </p:cNvPr>
          <p:cNvSpPr>
            <a:spLocks noGrp="1"/>
          </p:cNvSpPr>
          <p:nvPr>
            <p:ph idx="1"/>
          </p:nvPr>
        </p:nvSpPr>
        <p:spPr/>
        <p:txBody>
          <a:bodyPr>
            <a:normAutofit fontScale="92500" lnSpcReduction="20000"/>
          </a:bodyPr>
          <a:lstStyle/>
          <a:p>
            <a:pPr marL="305435" indent="-305435">
              <a:buNone/>
            </a:pPr>
            <a:r>
              <a:rPr lang="en-US" b="1">
                <a:ea typeface="+mn-lt"/>
                <a:cs typeface="+mn-lt"/>
              </a:rPr>
              <a:t>Copper Atom (Cu)</a:t>
            </a:r>
            <a:endParaRPr lang="en-US">
              <a:ea typeface="+mn-lt"/>
              <a:cs typeface="+mn-lt"/>
            </a:endParaRPr>
          </a:p>
          <a:p>
            <a:pPr marL="305435" indent="-305435">
              <a:buFont typeface="Wingdings 2"/>
            </a:pPr>
            <a:r>
              <a:rPr lang="en-US" b="1">
                <a:ea typeface="+mn-lt"/>
                <a:cs typeface="+mn-lt"/>
              </a:rPr>
              <a:t>Protons:</a:t>
            </a:r>
            <a:r>
              <a:rPr lang="en-US">
                <a:ea typeface="+mn-lt"/>
                <a:cs typeface="+mn-lt"/>
              </a:rPr>
              <a:t> 29 (+)</a:t>
            </a:r>
          </a:p>
          <a:p>
            <a:pPr marL="305435" indent="-305435">
              <a:buFont typeface="Wingdings 2"/>
            </a:pPr>
            <a:r>
              <a:rPr lang="en-US" b="1" dirty="0">
                <a:ea typeface="+mn-lt"/>
                <a:cs typeface="+mn-lt"/>
              </a:rPr>
              <a:t>Electrons:</a:t>
            </a:r>
            <a:r>
              <a:rPr lang="en-US" dirty="0">
                <a:ea typeface="+mn-lt"/>
                <a:cs typeface="+mn-lt"/>
              </a:rPr>
              <a:t> 29 (-)</a:t>
            </a:r>
          </a:p>
          <a:p>
            <a:pPr marL="0" indent="0">
              <a:buNone/>
            </a:pPr>
            <a:endParaRPr lang="en-US" b="1" dirty="0">
              <a:ea typeface="+mn-lt"/>
              <a:cs typeface="+mn-lt"/>
            </a:endParaRPr>
          </a:p>
          <a:p>
            <a:pPr marL="0" indent="0">
              <a:buFont typeface="Wingdings 2"/>
              <a:buNone/>
            </a:pPr>
            <a:r>
              <a:rPr lang="en-US" b="1" dirty="0">
                <a:ea typeface="+mn-lt"/>
                <a:cs typeface="+mn-lt"/>
              </a:rPr>
              <a:t>Shell Structure:</a:t>
            </a:r>
            <a:endParaRPr lang="en-US" dirty="0">
              <a:ea typeface="+mn-lt"/>
              <a:cs typeface="+mn-lt"/>
            </a:endParaRPr>
          </a:p>
          <a:p>
            <a:pPr marL="305435" indent="-305435">
              <a:buFont typeface="Wingdings 2"/>
            </a:pPr>
            <a:r>
              <a:rPr lang="en-US">
                <a:ea typeface="+mn-lt"/>
                <a:cs typeface="+mn-lt"/>
              </a:rPr>
              <a:t>1st Shell: 2 electrons</a:t>
            </a:r>
          </a:p>
          <a:p>
            <a:pPr marL="305435" indent="-305435">
              <a:buFont typeface="Wingdings 2"/>
            </a:pPr>
            <a:r>
              <a:rPr lang="en-US">
                <a:ea typeface="+mn-lt"/>
                <a:cs typeface="+mn-lt"/>
              </a:rPr>
              <a:t>2nd Shell: 8 electrons</a:t>
            </a:r>
          </a:p>
          <a:p>
            <a:pPr marL="305435" indent="-305435">
              <a:buFont typeface="Wingdings 2"/>
            </a:pPr>
            <a:r>
              <a:rPr lang="en-US">
                <a:ea typeface="+mn-lt"/>
                <a:cs typeface="+mn-lt"/>
              </a:rPr>
              <a:t>3rd Shell: 18 electrons</a:t>
            </a:r>
          </a:p>
          <a:p>
            <a:pPr marL="305435" indent="-305435">
              <a:buFont typeface="Wingdings 2"/>
            </a:pPr>
            <a:r>
              <a:rPr lang="en-US" b="1">
                <a:ea typeface="+mn-lt"/>
                <a:cs typeface="+mn-lt"/>
              </a:rPr>
              <a:t>Valence Shell (4th): 1 electron</a:t>
            </a:r>
            <a:endParaRPr lang="en-US">
              <a:ea typeface="+mn-lt"/>
              <a:cs typeface="+mn-lt"/>
            </a:endParaRPr>
          </a:p>
          <a:p>
            <a:pPr marL="305435" indent="0">
              <a:buNone/>
            </a:pPr>
            <a:r>
              <a:rPr lang="en-US" b="1">
                <a:ea typeface="+mn-lt"/>
                <a:cs typeface="+mn-lt"/>
              </a:rPr>
              <a:t>Draw this atom. Notice how lonely that one valence electron is. It's not held tightly and can easily be pushed out!</a:t>
            </a:r>
            <a:endParaRPr lang="en-US">
              <a:ea typeface="+mn-lt"/>
              <a:cs typeface="+mn-lt"/>
            </a:endParaRPr>
          </a:p>
        </p:txBody>
      </p:sp>
      <p:pic>
        <p:nvPicPr>
          <p:cNvPr id="4" name="Picture 3">
            <a:extLst>
              <a:ext uri="{FF2B5EF4-FFF2-40B4-BE49-F238E27FC236}">
                <a16:creationId xmlns:a16="http://schemas.microsoft.com/office/drawing/2014/main" id="{E86EB2F1-BE78-A58B-7FAC-AD2ECB824C42}"/>
              </a:ext>
            </a:extLst>
          </p:cNvPr>
          <p:cNvPicPr>
            <a:picLocks noChangeAspect="1"/>
          </p:cNvPicPr>
          <p:nvPr/>
        </p:nvPicPr>
        <p:blipFill>
          <a:blip r:embed="rId2"/>
          <a:stretch>
            <a:fillRect/>
          </a:stretch>
        </p:blipFill>
        <p:spPr>
          <a:xfrm>
            <a:off x="7134368" y="1894754"/>
            <a:ext cx="3266962" cy="3298481"/>
          </a:xfrm>
          <a:prstGeom prst="rect">
            <a:avLst/>
          </a:prstGeom>
          <a:ln>
            <a:noFill/>
          </a:ln>
        </p:spPr>
      </p:pic>
    </p:spTree>
    <p:extLst>
      <p:ext uri="{BB962C8B-B14F-4D97-AF65-F5344CB8AC3E}">
        <p14:creationId xmlns:p14="http://schemas.microsoft.com/office/powerpoint/2010/main" val="882121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D4A0D-7424-FE40-1C8F-1DAE40AA482F}"/>
              </a:ext>
            </a:extLst>
          </p:cNvPr>
          <p:cNvSpPr>
            <a:spLocks noGrp="1"/>
          </p:cNvSpPr>
          <p:nvPr>
            <p:ph type="title"/>
          </p:nvPr>
        </p:nvSpPr>
        <p:spPr/>
        <p:txBody>
          <a:bodyPr/>
          <a:lstStyle/>
          <a:p>
            <a:r>
              <a:rPr lang="en-US" dirty="0"/>
              <a:t>Activity: Draw an Insulator (Neon)</a:t>
            </a:r>
          </a:p>
        </p:txBody>
      </p:sp>
      <p:sp>
        <p:nvSpPr>
          <p:cNvPr id="3" name="Content Placeholder 2">
            <a:extLst>
              <a:ext uri="{FF2B5EF4-FFF2-40B4-BE49-F238E27FC236}">
                <a16:creationId xmlns:a16="http://schemas.microsoft.com/office/drawing/2014/main" id="{639563B5-443F-6673-544F-8C5D4127C93B}"/>
              </a:ext>
            </a:extLst>
          </p:cNvPr>
          <p:cNvSpPr>
            <a:spLocks noGrp="1"/>
          </p:cNvSpPr>
          <p:nvPr>
            <p:ph idx="1"/>
          </p:nvPr>
        </p:nvSpPr>
        <p:spPr/>
        <p:txBody>
          <a:bodyPr/>
          <a:lstStyle/>
          <a:p>
            <a:pPr marL="305435" indent="-305435">
              <a:buNone/>
            </a:pPr>
            <a:r>
              <a:rPr lang="en-US" b="1" dirty="0">
                <a:ea typeface="+mn-lt"/>
                <a:cs typeface="+mn-lt"/>
              </a:rPr>
              <a:t>Neon Atom (Ne)</a:t>
            </a:r>
            <a:endParaRPr lang="en-US" dirty="0"/>
          </a:p>
          <a:p>
            <a:pPr marL="305435" indent="-305435">
              <a:buFont typeface="Wingdings 2"/>
              <a:buChar char=""/>
            </a:pPr>
            <a:r>
              <a:rPr lang="en-US" b="1" dirty="0">
                <a:ea typeface="+mn-lt"/>
                <a:cs typeface="+mn-lt"/>
              </a:rPr>
              <a:t>Protons:</a:t>
            </a:r>
            <a:r>
              <a:rPr lang="en-US" dirty="0">
                <a:ea typeface="+mn-lt"/>
                <a:cs typeface="+mn-lt"/>
              </a:rPr>
              <a:t> 10 (+)</a:t>
            </a:r>
            <a:endParaRPr lang="en-US" dirty="0"/>
          </a:p>
          <a:p>
            <a:pPr marL="305435" indent="-305435">
              <a:buFont typeface="Wingdings 2"/>
              <a:buChar char=""/>
            </a:pPr>
            <a:r>
              <a:rPr lang="en-US" b="1" dirty="0">
                <a:ea typeface="+mn-lt"/>
                <a:cs typeface="+mn-lt"/>
              </a:rPr>
              <a:t>Electrons:</a:t>
            </a:r>
            <a:r>
              <a:rPr lang="en-US" dirty="0">
                <a:ea typeface="+mn-lt"/>
                <a:cs typeface="+mn-lt"/>
              </a:rPr>
              <a:t> 10 (-)</a:t>
            </a:r>
            <a:endParaRPr lang="en-US" dirty="0"/>
          </a:p>
          <a:p>
            <a:pPr marL="305435" indent="0">
              <a:buNone/>
            </a:pPr>
            <a:r>
              <a:rPr lang="en-US" b="1" dirty="0">
                <a:ea typeface="+mn-lt"/>
                <a:cs typeface="+mn-lt"/>
              </a:rPr>
              <a:t>Shell Structure:</a:t>
            </a:r>
            <a:endParaRPr lang="en-US" dirty="0"/>
          </a:p>
          <a:p>
            <a:pPr marL="305435" indent="-305435">
              <a:buFont typeface="Wingdings 2"/>
              <a:buChar char=""/>
            </a:pPr>
            <a:r>
              <a:rPr lang="en-US" dirty="0">
                <a:ea typeface="+mn-lt"/>
                <a:cs typeface="+mn-lt"/>
              </a:rPr>
              <a:t>1st Shell: 2 electrons</a:t>
            </a:r>
            <a:endParaRPr lang="en-US" dirty="0"/>
          </a:p>
          <a:p>
            <a:pPr marL="305435" indent="-305435">
              <a:buFont typeface="Wingdings 2"/>
              <a:buChar char=""/>
            </a:pPr>
            <a:r>
              <a:rPr lang="en-US" b="1" dirty="0">
                <a:ea typeface="+mn-lt"/>
                <a:cs typeface="+mn-lt"/>
              </a:rPr>
              <a:t>Valence Shell (2nd): 8 electrons</a:t>
            </a:r>
            <a:endParaRPr lang="en-US" dirty="0"/>
          </a:p>
          <a:p>
            <a:pPr marL="305435" indent="0">
              <a:buNone/>
            </a:pPr>
            <a:r>
              <a:rPr lang="en-US" b="1" dirty="0">
                <a:ea typeface="+mn-lt"/>
                <a:cs typeface="+mn-lt"/>
              </a:rPr>
              <a:t>Draw this atom. The valence shell is full and stable (8 is a happy number for shells). These electrons are held very tightly and are not free to move.</a:t>
            </a:r>
            <a:endParaRPr lang="en-US" dirty="0"/>
          </a:p>
        </p:txBody>
      </p:sp>
    </p:spTree>
    <p:extLst>
      <p:ext uri="{BB962C8B-B14F-4D97-AF65-F5344CB8AC3E}">
        <p14:creationId xmlns:p14="http://schemas.microsoft.com/office/powerpoint/2010/main" val="2404251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F613B-D493-27CE-FD54-BEBF5AB57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79DFC-64E1-DD59-FB97-EFB933E9EA8B}"/>
              </a:ext>
            </a:extLst>
          </p:cNvPr>
          <p:cNvSpPr>
            <a:spLocks noGrp="1"/>
          </p:cNvSpPr>
          <p:nvPr>
            <p:ph type="title"/>
          </p:nvPr>
        </p:nvSpPr>
        <p:spPr/>
        <p:txBody>
          <a:bodyPr/>
          <a:lstStyle/>
          <a:p>
            <a:r>
              <a:rPr lang="en-US" dirty="0"/>
              <a:t>Activity: Draw an Insulator (Neon)</a:t>
            </a:r>
          </a:p>
        </p:txBody>
      </p:sp>
      <p:sp>
        <p:nvSpPr>
          <p:cNvPr id="3" name="Content Placeholder 2">
            <a:extLst>
              <a:ext uri="{FF2B5EF4-FFF2-40B4-BE49-F238E27FC236}">
                <a16:creationId xmlns:a16="http://schemas.microsoft.com/office/drawing/2014/main" id="{BA56E3E2-56F5-DC61-F13E-430C6CDD1AA0}"/>
              </a:ext>
            </a:extLst>
          </p:cNvPr>
          <p:cNvSpPr>
            <a:spLocks noGrp="1"/>
          </p:cNvSpPr>
          <p:nvPr>
            <p:ph idx="1"/>
          </p:nvPr>
        </p:nvSpPr>
        <p:spPr/>
        <p:txBody>
          <a:bodyPr/>
          <a:lstStyle/>
          <a:p>
            <a:pPr marL="305435" indent="-305435">
              <a:buNone/>
            </a:pPr>
            <a:r>
              <a:rPr lang="en-US" b="1">
                <a:ea typeface="+mn-lt"/>
                <a:cs typeface="+mn-lt"/>
              </a:rPr>
              <a:t>Neon Atom (Ne)</a:t>
            </a:r>
            <a:endParaRPr lang="en-US"/>
          </a:p>
          <a:p>
            <a:pPr marL="305435" indent="-305435">
              <a:buFont typeface="Wingdings 2"/>
              <a:buChar char=""/>
            </a:pPr>
            <a:r>
              <a:rPr lang="en-US" b="1">
                <a:ea typeface="+mn-lt"/>
                <a:cs typeface="+mn-lt"/>
              </a:rPr>
              <a:t>Protons:</a:t>
            </a:r>
            <a:r>
              <a:rPr lang="en-US">
                <a:ea typeface="+mn-lt"/>
                <a:cs typeface="+mn-lt"/>
              </a:rPr>
              <a:t> 10 (+)</a:t>
            </a:r>
            <a:endParaRPr lang="en-US"/>
          </a:p>
          <a:p>
            <a:pPr marL="305435" indent="-305435">
              <a:buFont typeface="Wingdings 2"/>
              <a:buChar char=""/>
            </a:pPr>
            <a:r>
              <a:rPr lang="en-US" b="1">
                <a:ea typeface="+mn-lt"/>
                <a:cs typeface="+mn-lt"/>
              </a:rPr>
              <a:t>Electrons:</a:t>
            </a:r>
            <a:r>
              <a:rPr lang="en-US">
                <a:ea typeface="+mn-lt"/>
                <a:cs typeface="+mn-lt"/>
              </a:rPr>
              <a:t> 10 (-)</a:t>
            </a:r>
            <a:endParaRPr lang="en-US"/>
          </a:p>
          <a:p>
            <a:pPr marL="305435" indent="0">
              <a:buNone/>
            </a:pPr>
            <a:r>
              <a:rPr lang="en-US" b="1">
                <a:ea typeface="+mn-lt"/>
                <a:cs typeface="+mn-lt"/>
              </a:rPr>
              <a:t>Shell Structure:</a:t>
            </a:r>
            <a:endParaRPr lang="en-US"/>
          </a:p>
          <a:p>
            <a:pPr marL="305435" indent="-305435">
              <a:buFont typeface="Wingdings 2"/>
              <a:buChar char=""/>
            </a:pPr>
            <a:r>
              <a:rPr lang="en-US" dirty="0">
                <a:ea typeface="+mn-lt"/>
                <a:cs typeface="+mn-lt"/>
              </a:rPr>
              <a:t>1st Shell: 2 electrons</a:t>
            </a:r>
            <a:endParaRPr lang="en-US" dirty="0"/>
          </a:p>
          <a:p>
            <a:pPr marL="305435" indent="-305435">
              <a:buFont typeface="Wingdings 2"/>
              <a:buChar char=""/>
            </a:pPr>
            <a:r>
              <a:rPr lang="en-US" b="1" dirty="0">
                <a:ea typeface="+mn-lt"/>
                <a:cs typeface="+mn-lt"/>
              </a:rPr>
              <a:t>Valence Shell (2nd): 8 electrons</a:t>
            </a:r>
            <a:endParaRPr lang="en-US" dirty="0"/>
          </a:p>
          <a:p>
            <a:pPr marL="305435" indent="0">
              <a:buNone/>
            </a:pPr>
            <a:r>
              <a:rPr lang="en-US" b="1" dirty="0">
                <a:ea typeface="+mn-lt"/>
                <a:cs typeface="+mn-lt"/>
              </a:rPr>
              <a:t>Draw this atom. The valence shell is full and stable (8 is a happy number for shells). These electrons are held very tightly and are not free to move.</a:t>
            </a:r>
            <a:endParaRPr lang="en-US" dirty="0"/>
          </a:p>
        </p:txBody>
      </p:sp>
      <p:pic>
        <p:nvPicPr>
          <p:cNvPr id="4" name="Picture 3" descr="A diagram of a atom&#10;&#10;AI-generated content may be incorrect.">
            <a:extLst>
              <a:ext uri="{FF2B5EF4-FFF2-40B4-BE49-F238E27FC236}">
                <a16:creationId xmlns:a16="http://schemas.microsoft.com/office/drawing/2014/main" id="{77C7F1FD-F550-79D9-89E6-0E17D5009111}"/>
              </a:ext>
            </a:extLst>
          </p:cNvPr>
          <p:cNvPicPr>
            <a:picLocks noChangeAspect="1"/>
          </p:cNvPicPr>
          <p:nvPr/>
        </p:nvPicPr>
        <p:blipFill>
          <a:blip r:embed="rId2"/>
          <a:stretch>
            <a:fillRect/>
          </a:stretch>
        </p:blipFill>
        <p:spPr>
          <a:xfrm>
            <a:off x="7310149" y="2019011"/>
            <a:ext cx="2967119" cy="2835677"/>
          </a:xfrm>
          <a:prstGeom prst="rect">
            <a:avLst/>
          </a:prstGeom>
          <a:ln>
            <a:noFill/>
          </a:ln>
        </p:spPr>
      </p:pic>
    </p:spTree>
    <p:extLst>
      <p:ext uri="{BB962C8B-B14F-4D97-AF65-F5344CB8AC3E}">
        <p14:creationId xmlns:p14="http://schemas.microsoft.com/office/powerpoint/2010/main" val="2656404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BD465-90C3-039F-198F-A61B1425056C}"/>
              </a:ext>
            </a:extLst>
          </p:cNvPr>
          <p:cNvSpPr>
            <a:spLocks noGrp="1"/>
          </p:cNvSpPr>
          <p:nvPr>
            <p:ph type="title"/>
          </p:nvPr>
        </p:nvSpPr>
        <p:spPr/>
        <p:txBody>
          <a:bodyPr/>
          <a:lstStyle/>
          <a:p>
            <a:r>
              <a:rPr lang="en-US" dirty="0"/>
              <a:t>Activity Debrief</a:t>
            </a:r>
          </a:p>
        </p:txBody>
      </p:sp>
      <p:sp>
        <p:nvSpPr>
          <p:cNvPr id="3" name="Content Placeholder 2">
            <a:extLst>
              <a:ext uri="{FF2B5EF4-FFF2-40B4-BE49-F238E27FC236}">
                <a16:creationId xmlns:a16="http://schemas.microsoft.com/office/drawing/2014/main" id="{C631F9C4-067E-5158-F95F-46E3FBF733D5}"/>
              </a:ext>
            </a:extLst>
          </p:cNvPr>
          <p:cNvSpPr>
            <a:spLocks noGrp="1"/>
          </p:cNvSpPr>
          <p:nvPr>
            <p:ph idx="1"/>
          </p:nvPr>
        </p:nvSpPr>
        <p:spPr/>
        <p:txBody>
          <a:bodyPr>
            <a:normAutofit lnSpcReduction="10000"/>
          </a:bodyPr>
          <a:lstStyle/>
          <a:p>
            <a:pPr marL="305435" indent="-305435">
              <a:buNone/>
            </a:pPr>
            <a:r>
              <a:rPr lang="en-US" b="1" dirty="0">
                <a:ea typeface="+mn-lt"/>
                <a:cs typeface="+mn-lt"/>
              </a:rPr>
              <a:t>What did we see?</a:t>
            </a:r>
            <a:endParaRPr lang="en-US" dirty="0"/>
          </a:p>
          <a:p>
            <a:pPr marL="305435" indent="-305435">
              <a:buFont typeface="Wingdings 2"/>
              <a:buChar char=""/>
            </a:pPr>
            <a:r>
              <a:rPr lang="en-US" b="1" dirty="0">
                <a:ea typeface="+mn-lt"/>
                <a:cs typeface="+mn-lt"/>
              </a:rPr>
              <a:t>Copper (Conductor):</a:t>
            </a:r>
            <a:endParaRPr lang="en-US"/>
          </a:p>
          <a:p>
            <a:pPr marL="915670" lvl="1" indent="-285750">
              <a:buFont typeface="Wingdings 2"/>
              <a:buChar char=""/>
            </a:pPr>
            <a:r>
              <a:rPr lang="en-US" dirty="0">
                <a:ea typeface="+mn-lt"/>
                <a:cs typeface="+mn-lt"/>
              </a:rPr>
              <a:t>Has only </a:t>
            </a:r>
            <a:r>
              <a:rPr lang="en-US" b="1" dirty="0">
                <a:ea typeface="+mn-lt"/>
                <a:cs typeface="+mn-lt"/>
              </a:rPr>
              <a:t>1 valence electron</a:t>
            </a:r>
            <a:r>
              <a:rPr lang="en-US" dirty="0">
                <a:ea typeface="+mn-lt"/>
                <a:cs typeface="+mn-lt"/>
              </a:rPr>
              <a:t>.</a:t>
            </a:r>
            <a:endParaRPr lang="en-US"/>
          </a:p>
          <a:p>
            <a:pPr marL="915670" lvl="1" indent="-285750">
              <a:buFont typeface="Wingdings 2"/>
              <a:buChar char=""/>
            </a:pPr>
            <a:r>
              <a:rPr lang="en-US" dirty="0">
                <a:ea typeface="+mn-lt"/>
                <a:cs typeface="+mn-lt"/>
              </a:rPr>
              <a:t>This electron is far from the nucleus and weakly held.</a:t>
            </a:r>
            <a:endParaRPr lang="en-US" dirty="0"/>
          </a:p>
          <a:p>
            <a:pPr marL="915670" lvl="1" indent="-285750">
              <a:buFont typeface="Wingdings 2"/>
              <a:buChar char=""/>
            </a:pPr>
            <a:r>
              <a:rPr lang="en-US" dirty="0">
                <a:ea typeface="+mn-lt"/>
                <a:cs typeface="+mn-lt"/>
              </a:rPr>
              <a:t>It requires very little energy to make it leave the atom and become a "free electron."</a:t>
            </a:r>
            <a:endParaRPr lang="en-US" dirty="0"/>
          </a:p>
          <a:p>
            <a:pPr marL="305435" indent="-305435">
              <a:buFont typeface="Wingdings 2"/>
              <a:buChar char=""/>
            </a:pPr>
            <a:r>
              <a:rPr lang="en-US" b="1" dirty="0">
                <a:ea typeface="+mn-lt"/>
                <a:cs typeface="+mn-lt"/>
              </a:rPr>
              <a:t>Neon (Insulator):</a:t>
            </a:r>
            <a:endParaRPr lang="en-US" dirty="0"/>
          </a:p>
          <a:p>
            <a:pPr marL="915670" lvl="1" indent="-285750">
              <a:buFont typeface="Wingdings 2"/>
              <a:buChar char=""/>
            </a:pPr>
            <a:r>
              <a:rPr lang="en-US" dirty="0">
                <a:ea typeface="+mn-lt"/>
                <a:cs typeface="+mn-lt"/>
              </a:rPr>
              <a:t>Has </a:t>
            </a:r>
            <a:r>
              <a:rPr lang="en-US" b="1" dirty="0">
                <a:ea typeface="+mn-lt"/>
                <a:cs typeface="+mn-lt"/>
              </a:rPr>
              <a:t>8 valence electrons</a:t>
            </a:r>
            <a:r>
              <a:rPr lang="en-US" dirty="0">
                <a:ea typeface="+mn-lt"/>
                <a:cs typeface="+mn-lt"/>
              </a:rPr>
              <a:t>.</a:t>
            </a:r>
            <a:endParaRPr lang="en-US" dirty="0"/>
          </a:p>
          <a:p>
            <a:pPr marL="915670" lvl="1" indent="-285750">
              <a:buFont typeface="Wingdings 2"/>
              <a:buChar char=""/>
            </a:pPr>
            <a:r>
              <a:rPr lang="en-US" dirty="0">
                <a:ea typeface="+mn-lt"/>
                <a:cs typeface="+mn-lt"/>
              </a:rPr>
              <a:t>The valence shell is full and stable.</a:t>
            </a:r>
            <a:endParaRPr lang="en-US" dirty="0"/>
          </a:p>
          <a:p>
            <a:pPr marL="915670" lvl="1" indent="-285750">
              <a:buFont typeface="Wingdings 2"/>
              <a:buChar char=""/>
            </a:pPr>
            <a:r>
              <a:rPr lang="en-US" dirty="0">
                <a:ea typeface="+mn-lt"/>
                <a:cs typeface="+mn-lt"/>
              </a:rPr>
              <a:t>It requires a huge amount of energy to remove an electron.</a:t>
            </a:r>
            <a:endParaRPr lang="en-US" dirty="0"/>
          </a:p>
          <a:p>
            <a:pPr marL="629920" lvl="1" indent="0">
              <a:buNone/>
            </a:pPr>
            <a:r>
              <a:rPr lang="en-US" b="1" dirty="0">
                <a:ea typeface="+mn-lt"/>
                <a:cs typeface="+mn-lt"/>
              </a:rPr>
              <a:t>Conclusion:</a:t>
            </a:r>
            <a:r>
              <a:rPr lang="en-US" dirty="0">
                <a:ea typeface="+mn-lt"/>
                <a:cs typeface="+mn-lt"/>
              </a:rPr>
              <a:t> The number of valence electrons is the key difference between conductors and insulators.</a:t>
            </a:r>
            <a:endParaRPr lang="en-US" dirty="0"/>
          </a:p>
        </p:txBody>
      </p:sp>
    </p:spTree>
    <p:extLst>
      <p:ext uri="{BB962C8B-B14F-4D97-AF65-F5344CB8AC3E}">
        <p14:creationId xmlns:p14="http://schemas.microsoft.com/office/powerpoint/2010/main" val="4146674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6DF80-F0F9-42A2-FF65-A7FF991A3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561A73-E0B8-59C6-FFE9-6866E2DDBA8D}"/>
              </a:ext>
            </a:extLst>
          </p:cNvPr>
          <p:cNvSpPr>
            <a:spLocks noGrp="1"/>
          </p:cNvSpPr>
          <p:nvPr>
            <p:ph type="title"/>
          </p:nvPr>
        </p:nvSpPr>
        <p:spPr/>
        <p:txBody>
          <a:bodyPr/>
          <a:lstStyle/>
          <a:p>
            <a:r>
              <a:rPr lang="en-US" dirty="0"/>
              <a:t>Module 1: Foundational Concepts</a:t>
            </a:r>
          </a:p>
        </p:txBody>
      </p:sp>
      <p:sp>
        <p:nvSpPr>
          <p:cNvPr id="3" name="Content Placeholder 2">
            <a:extLst>
              <a:ext uri="{FF2B5EF4-FFF2-40B4-BE49-F238E27FC236}">
                <a16:creationId xmlns:a16="http://schemas.microsoft.com/office/drawing/2014/main" id="{02A97DF5-60DA-2318-7296-75C4E6908556}"/>
              </a:ext>
            </a:extLst>
          </p:cNvPr>
          <p:cNvSpPr>
            <a:spLocks noGrp="1"/>
          </p:cNvSpPr>
          <p:nvPr>
            <p:ph type="body" idx="1"/>
          </p:nvPr>
        </p:nvSpPr>
        <p:spPr/>
        <p:txBody>
          <a:bodyPr/>
          <a:lstStyle/>
          <a:p>
            <a:r>
              <a:rPr lang="en-US" dirty="0">
                <a:ea typeface="+mn-lt"/>
                <a:cs typeface="+mn-lt"/>
              </a:rPr>
              <a:t>Session 1.2: Charge, Force, and Materials</a:t>
            </a:r>
            <a:endParaRPr lang="en-US" dirty="0"/>
          </a:p>
        </p:txBody>
      </p:sp>
    </p:spTree>
    <p:extLst>
      <p:ext uri="{BB962C8B-B14F-4D97-AF65-F5344CB8AC3E}">
        <p14:creationId xmlns:p14="http://schemas.microsoft.com/office/powerpoint/2010/main" val="795366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7E09F-A62F-DE94-0D6B-02A137AF5468}"/>
              </a:ext>
            </a:extLst>
          </p:cNvPr>
          <p:cNvSpPr>
            <a:spLocks noGrp="1"/>
          </p:cNvSpPr>
          <p:nvPr>
            <p:ph type="title"/>
          </p:nvPr>
        </p:nvSpPr>
        <p:spPr/>
        <p:txBody>
          <a:bodyPr/>
          <a:lstStyle/>
          <a:p>
            <a:r>
              <a:rPr lang="en-US" dirty="0">
                <a:ea typeface="+mj-lt"/>
                <a:cs typeface="+mj-lt"/>
              </a:rPr>
              <a:t>What is Electric Charge?</a:t>
            </a:r>
            <a:endParaRPr lang="en-US" dirty="0"/>
          </a:p>
        </p:txBody>
      </p:sp>
      <p:sp>
        <p:nvSpPr>
          <p:cNvPr id="3" name="Content Placeholder 2">
            <a:extLst>
              <a:ext uri="{FF2B5EF4-FFF2-40B4-BE49-F238E27FC236}">
                <a16:creationId xmlns:a16="http://schemas.microsoft.com/office/drawing/2014/main" id="{C9950620-BF92-C2C5-3F62-D4E6297127E7}"/>
              </a:ext>
            </a:extLst>
          </p:cNvPr>
          <p:cNvSpPr>
            <a:spLocks noGrp="1"/>
          </p:cNvSpPr>
          <p:nvPr>
            <p:ph idx="1"/>
          </p:nvPr>
        </p:nvSpPr>
        <p:spPr>
          <a:xfrm>
            <a:off x="581192" y="2340864"/>
            <a:ext cx="11029615" cy="4137950"/>
          </a:xfrm>
        </p:spPr>
        <p:txBody>
          <a:bodyPr>
            <a:normAutofit fontScale="92500"/>
          </a:bodyPr>
          <a:lstStyle/>
          <a:p>
            <a:pPr marL="305435" indent="-305435">
              <a:buFont typeface="Wingdings 2"/>
              <a:buChar char=""/>
            </a:pPr>
            <a:r>
              <a:rPr lang="en-US" b="1" dirty="0">
                <a:ea typeface="+mn-lt"/>
                <a:cs typeface="+mn-lt"/>
              </a:rPr>
              <a:t>Charge</a:t>
            </a:r>
            <a:r>
              <a:rPr lang="en-US" dirty="0">
                <a:ea typeface="+mn-lt"/>
                <a:cs typeface="+mn-lt"/>
              </a:rPr>
              <a:t> is a fundamental physical property of matter that causes it to experience a force when placed in an electromagnetic field.</a:t>
            </a:r>
            <a:endParaRPr lang="en-US" dirty="0"/>
          </a:p>
          <a:p>
            <a:pPr marL="305435" indent="-305435">
              <a:buFont typeface="Wingdings 2"/>
              <a:buChar char=""/>
            </a:pPr>
            <a:r>
              <a:rPr lang="en-US" dirty="0">
                <a:ea typeface="+mn-lt"/>
                <a:cs typeface="+mn-lt"/>
              </a:rPr>
              <a:t>It's the property that we assigned to Protons (+) and Electrons (-).</a:t>
            </a:r>
            <a:endParaRPr lang="en-US" dirty="0"/>
          </a:p>
          <a:p>
            <a:pPr marL="305435" indent="-305435">
              <a:buFont typeface="Wingdings 2"/>
              <a:buChar char=""/>
            </a:pPr>
            <a:r>
              <a:rPr lang="en-US" dirty="0">
                <a:ea typeface="+mn-lt"/>
                <a:cs typeface="+mn-lt"/>
              </a:rPr>
              <a:t>We measure electric charge in a unit called the </a:t>
            </a:r>
            <a:r>
              <a:rPr lang="en-US" b="1" dirty="0">
                <a:ea typeface="+mn-lt"/>
                <a:cs typeface="+mn-lt"/>
              </a:rPr>
              <a:t>COULOMB (C)</a:t>
            </a:r>
            <a:r>
              <a:rPr lang="en-US" dirty="0">
                <a:ea typeface="+mn-lt"/>
                <a:cs typeface="+mn-lt"/>
              </a:rPr>
              <a:t>.</a:t>
            </a:r>
            <a:endParaRPr lang="en-US" dirty="0"/>
          </a:p>
          <a:p>
            <a:pPr marL="305435" indent="0">
              <a:buNone/>
            </a:pPr>
            <a:r>
              <a:rPr lang="en-US" b="1" dirty="0">
                <a:ea typeface="+mn-lt"/>
                <a:cs typeface="+mn-lt"/>
              </a:rPr>
              <a:t>Analogy:</a:t>
            </a:r>
            <a:endParaRPr lang="en-US" dirty="0"/>
          </a:p>
          <a:p>
            <a:pPr marL="305435" indent="-305435">
              <a:buFont typeface="Wingdings 2"/>
              <a:buChar char=""/>
            </a:pPr>
            <a:r>
              <a:rPr lang="en-US" dirty="0">
                <a:ea typeface="+mn-lt"/>
                <a:cs typeface="+mn-lt"/>
              </a:rPr>
              <a:t>Just like we measure distance in '</a:t>
            </a:r>
            <a:r>
              <a:rPr lang="en-US" dirty="0" err="1">
                <a:ea typeface="+mn-lt"/>
                <a:cs typeface="+mn-lt"/>
              </a:rPr>
              <a:t>metres</a:t>
            </a:r>
            <a:r>
              <a:rPr lang="en-US" dirty="0">
                <a:ea typeface="+mn-lt"/>
                <a:cs typeface="+mn-lt"/>
              </a:rPr>
              <a:t>' or mass in 'kilograms'...</a:t>
            </a:r>
            <a:endParaRPr lang="en-US" dirty="0"/>
          </a:p>
          <a:p>
            <a:pPr marL="305435" indent="-305435">
              <a:buFont typeface="Wingdings 2"/>
              <a:buChar char=""/>
            </a:pPr>
            <a:r>
              <a:rPr lang="en-US" dirty="0">
                <a:ea typeface="+mn-lt"/>
                <a:cs typeface="+mn-lt"/>
              </a:rPr>
              <a:t>We measure charge in 'Coulombs'.</a:t>
            </a:r>
            <a:endParaRPr lang="en-US" dirty="0"/>
          </a:p>
          <a:p>
            <a:pPr marL="305435" indent="0">
              <a:buNone/>
            </a:pPr>
            <a:r>
              <a:rPr lang="en-US" dirty="0">
                <a:ea typeface="+mn-lt"/>
                <a:cs typeface="+mn-lt"/>
              </a:rPr>
              <a:t>A single Coulomb is a huge amount of charge: </a:t>
            </a:r>
            <a:r>
              <a:rPr lang="en-US" b="1" dirty="0">
                <a:ea typeface="+mn-lt"/>
                <a:cs typeface="+mn-lt"/>
              </a:rPr>
              <a:t>1 Coulomb = the charge of approx. 6.24 quintillion electrons!</a:t>
            </a:r>
            <a:r>
              <a:rPr lang="en-US" dirty="0">
                <a:ea typeface="+mn-lt"/>
                <a:cs typeface="+mn-lt"/>
              </a:rPr>
              <a:t> (6.24 x10</a:t>
            </a:r>
            <a:r>
              <a:rPr lang="en-US" baseline="30000" dirty="0">
                <a:ea typeface="+mn-lt"/>
                <a:cs typeface="+mn-lt"/>
              </a:rPr>
              <a:t>18</a:t>
            </a:r>
            <a:r>
              <a:rPr lang="en-US" dirty="0">
                <a:ea typeface="+mn-lt"/>
                <a:cs typeface="+mn-lt"/>
              </a:rPr>
              <a:t>) </a:t>
            </a:r>
            <a:endParaRPr lang="en-US" dirty="0"/>
          </a:p>
          <a:p>
            <a:pPr marL="305435" indent="0">
              <a:buNone/>
            </a:pPr>
            <a:r>
              <a:rPr lang="en-US" i="1" dirty="0"/>
              <a:t>Think of it like this: instead of counting individual grains of sand, we count bags of sand. The Coulomb is like a "bag" that contains a massive number of electron charges (approximately 6.24 x 10¹⁸ electrons!). When we talk about an electric current of 1 Ampere (A), it means that 1 Coulomb of charge (one "bag" of electrons) is flowing past a point in a wire every single second.</a:t>
            </a:r>
          </a:p>
        </p:txBody>
      </p:sp>
    </p:spTree>
    <p:extLst>
      <p:ext uri="{BB962C8B-B14F-4D97-AF65-F5344CB8AC3E}">
        <p14:creationId xmlns:p14="http://schemas.microsoft.com/office/powerpoint/2010/main" val="852149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D5130-7E80-9BC3-F72D-A35B97C2BD60}"/>
              </a:ext>
            </a:extLst>
          </p:cNvPr>
          <p:cNvSpPr>
            <a:spLocks noGrp="1"/>
          </p:cNvSpPr>
          <p:nvPr>
            <p:ph type="title"/>
          </p:nvPr>
        </p:nvSpPr>
        <p:spPr>
          <a:xfrm>
            <a:off x="581192" y="702156"/>
            <a:ext cx="11029616" cy="1188720"/>
          </a:xfrm>
        </p:spPr>
        <p:txBody>
          <a:bodyPr>
            <a:normAutofit/>
          </a:bodyPr>
          <a:lstStyle/>
          <a:p>
            <a:r>
              <a:rPr lang="en-US" dirty="0">
                <a:ea typeface="+mj-lt"/>
                <a:cs typeface="+mj-lt"/>
              </a:rPr>
              <a:t>The Law of Charges: Coulomb's Law</a:t>
            </a:r>
            <a:endParaRPr lang="en-US" dirty="0"/>
          </a:p>
        </p:txBody>
      </p:sp>
      <p:sp>
        <p:nvSpPr>
          <p:cNvPr id="3" name="Content Placeholder 2">
            <a:extLst>
              <a:ext uri="{FF2B5EF4-FFF2-40B4-BE49-F238E27FC236}">
                <a16:creationId xmlns:a16="http://schemas.microsoft.com/office/drawing/2014/main" id="{7E08ECF4-CB17-8F82-4B43-6D7F27ECC5B3}"/>
              </a:ext>
            </a:extLst>
          </p:cNvPr>
          <p:cNvSpPr>
            <a:spLocks noGrp="1"/>
          </p:cNvSpPr>
          <p:nvPr>
            <p:ph idx="1"/>
          </p:nvPr>
        </p:nvSpPr>
        <p:spPr>
          <a:xfrm>
            <a:off x="581193" y="2340864"/>
            <a:ext cx="7024758" cy="3634486"/>
          </a:xfrm>
        </p:spPr>
        <p:txBody>
          <a:bodyPr>
            <a:normAutofit/>
          </a:bodyPr>
          <a:lstStyle/>
          <a:p>
            <a:pPr marL="305435" indent="-305435">
              <a:buNone/>
            </a:pPr>
            <a:r>
              <a:rPr lang="en-US" dirty="0">
                <a:ea typeface="+mn-lt"/>
                <a:cs typeface="+mn-lt"/>
              </a:rPr>
              <a:t>The fundamental rule of how charges interact is simple and universal:</a:t>
            </a:r>
            <a:endParaRPr lang="en-US"/>
          </a:p>
          <a:p>
            <a:pPr marL="305435" indent="-305435">
              <a:buFont typeface="Wingdings 2"/>
              <a:buChar char=""/>
            </a:pPr>
            <a:r>
              <a:rPr lang="en-US" b="1" dirty="0">
                <a:ea typeface="+mn-lt"/>
                <a:cs typeface="+mn-lt"/>
              </a:rPr>
              <a:t>Opposite Charges ATTRACT</a:t>
            </a:r>
            <a:endParaRPr lang="en-US"/>
          </a:p>
          <a:p>
            <a:pPr marL="915670" lvl="1" indent="-285750">
              <a:buFont typeface="Wingdings 2"/>
              <a:buChar char=""/>
            </a:pPr>
            <a:r>
              <a:rPr lang="en-US" dirty="0">
                <a:ea typeface="+mn-lt"/>
                <a:cs typeface="+mn-lt"/>
              </a:rPr>
              <a:t>A positive charge and a negative charge will pull toward each other.</a:t>
            </a:r>
            <a:endParaRPr lang="en-US" dirty="0"/>
          </a:p>
          <a:p>
            <a:pPr marL="305435" indent="-305435">
              <a:buFont typeface="Wingdings 2"/>
              <a:buChar char=""/>
            </a:pPr>
            <a:r>
              <a:rPr lang="en-US" b="1" dirty="0">
                <a:ea typeface="+mn-lt"/>
                <a:cs typeface="+mn-lt"/>
              </a:rPr>
              <a:t>Like Charges REPEL</a:t>
            </a:r>
            <a:endParaRPr lang="en-US" dirty="0"/>
          </a:p>
          <a:p>
            <a:pPr marL="915670" lvl="1" indent="-285750">
              <a:buFont typeface="Wingdings 2"/>
              <a:buChar char=""/>
            </a:pPr>
            <a:r>
              <a:rPr lang="en-US" dirty="0">
                <a:ea typeface="+mn-lt"/>
                <a:cs typeface="+mn-lt"/>
              </a:rPr>
              <a:t>Two positive charges will push away from each other.</a:t>
            </a:r>
            <a:endParaRPr lang="en-US"/>
          </a:p>
          <a:p>
            <a:pPr marL="915670" lvl="1" indent="-285750">
              <a:buFont typeface="Wingdings 2"/>
              <a:buChar char=""/>
            </a:pPr>
            <a:r>
              <a:rPr lang="en-US" dirty="0">
                <a:ea typeface="+mn-lt"/>
                <a:cs typeface="+mn-lt"/>
              </a:rPr>
              <a:t>Two negative charges will also push away from each other.</a:t>
            </a:r>
            <a:endParaRPr lang="en-US"/>
          </a:p>
          <a:p>
            <a:pPr marL="629920" lvl="1" indent="0">
              <a:buNone/>
            </a:pPr>
            <a:r>
              <a:rPr lang="en-US" dirty="0">
                <a:ea typeface="+mn-lt"/>
                <a:cs typeface="+mn-lt"/>
              </a:rPr>
              <a:t>This law of attraction and repulsion is the force that makes electrons move.</a:t>
            </a:r>
            <a:endParaRPr lang="en-US" dirty="0"/>
          </a:p>
        </p:txBody>
      </p:sp>
      <p:pic>
        <p:nvPicPr>
          <p:cNvPr id="6" name="Picture 5">
            <a:extLst>
              <a:ext uri="{FF2B5EF4-FFF2-40B4-BE49-F238E27FC236}">
                <a16:creationId xmlns:a16="http://schemas.microsoft.com/office/drawing/2014/main" id="{AD099AB7-21B2-D636-43EB-FD27D0A8C1A5}"/>
              </a:ext>
            </a:extLst>
          </p:cNvPr>
          <p:cNvPicPr>
            <a:picLocks noChangeAspect="1"/>
          </p:cNvPicPr>
          <p:nvPr/>
        </p:nvPicPr>
        <p:blipFill>
          <a:blip r:embed="rId2"/>
          <a:srcRect r="369" b="-490"/>
          <a:stretch>
            <a:fillRect/>
          </a:stretch>
        </p:blipFill>
        <p:spPr>
          <a:xfrm>
            <a:off x="8051799" y="2232007"/>
            <a:ext cx="3669301" cy="3815388"/>
          </a:xfrm>
          <a:prstGeom prst="rect">
            <a:avLst/>
          </a:prstGeom>
          <a:ln>
            <a:noFill/>
          </a:ln>
        </p:spPr>
      </p:pic>
    </p:spTree>
    <p:extLst>
      <p:ext uri="{BB962C8B-B14F-4D97-AF65-F5344CB8AC3E}">
        <p14:creationId xmlns:p14="http://schemas.microsoft.com/office/powerpoint/2010/main" val="1752901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F4913-4F36-B18D-7758-79D1D6B4ADBA}"/>
              </a:ext>
            </a:extLst>
          </p:cNvPr>
          <p:cNvSpPr>
            <a:spLocks noGrp="1"/>
          </p:cNvSpPr>
          <p:nvPr>
            <p:ph type="title"/>
          </p:nvPr>
        </p:nvSpPr>
        <p:spPr/>
        <p:txBody>
          <a:bodyPr/>
          <a:lstStyle/>
          <a:p>
            <a:r>
              <a:rPr lang="en-US" dirty="0"/>
              <a:t>Materials &amp; Electron Flow</a:t>
            </a:r>
          </a:p>
        </p:txBody>
      </p:sp>
      <p:sp>
        <p:nvSpPr>
          <p:cNvPr id="3" name="Content Placeholder 2">
            <a:extLst>
              <a:ext uri="{FF2B5EF4-FFF2-40B4-BE49-F238E27FC236}">
                <a16:creationId xmlns:a16="http://schemas.microsoft.com/office/drawing/2014/main" id="{61170412-1E91-5FD5-DF50-D714340BAC73}"/>
              </a:ext>
            </a:extLst>
          </p:cNvPr>
          <p:cNvSpPr>
            <a:spLocks noGrp="1"/>
          </p:cNvSpPr>
          <p:nvPr>
            <p:ph idx="1"/>
          </p:nvPr>
        </p:nvSpPr>
        <p:spPr/>
        <p:txBody>
          <a:bodyPr/>
          <a:lstStyle/>
          <a:p>
            <a:pPr marL="305435" indent="-305435">
              <a:buNone/>
            </a:pPr>
            <a:r>
              <a:rPr lang="en-US">
                <a:ea typeface="+mn-lt"/>
                <a:cs typeface="+mn-lt"/>
              </a:rPr>
              <a:t>Based on what we've learned about valence electrons and Coulomb's Law, we can now classify materials based on how easily they allow electrons to move.</a:t>
            </a:r>
            <a:endParaRPr lang="en-US"/>
          </a:p>
          <a:p>
            <a:pPr marL="305435" indent="-305435">
              <a:buNone/>
            </a:pPr>
            <a:r>
              <a:rPr lang="en-US">
                <a:ea typeface="+mn-lt"/>
                <a:cs typeface="+mn-lt"/>
              </a:rPr>
              <a:t>There are three main categories:</a:t>
            </a:r>
            <a:endParaRPr lang="en-US"/>
          </a:p>
          <a:p>
            <a:pPr marL="305435" indent="-305435">
              <a:buFont typeface="Wingdings 2"/>
              <a:buChar char=""/>
            </a:pPr>
            <a:r>
              <a:rPr lang="en-US" b="1">
                <a:ea typeface="+mn-lt"/>
                <a:cs typeface="+mn-lt"/>
              </a:rPr>
              <a:t>Conductors</a:t>
            </a:r>
            <a:endParaRPr lang="en-US"/>
          </a:p>
          <a:p>
            <a:pPr marL="305435" indent="-305435">
              <a:buFont typeface="Wingdings 2"/>
              <a:buChar char=""/>
            </a:pPr>
            <a:r>
              <a:rPr lang="en-US" b="1" dirty="0">
                <a:ea typeface="+mn-lt"/>
                <a:cs typeface="+mn-lt"/>
              </a:rPr>
              <a:t>Insulators</a:t>
            </a:r>
            <a:endParaRPr lang="en-US" dirty="0"/>
          </a:p>
          <a:p>
            <a:pPr marL="305435" indent="-305435">
              <a:buFont typeface="Wingdings 2"/>
              <a:buChar char=""/>
            </a:pPr>
            <a:r>
              <a:rPr lang="en-US" b="1" dirty="0">
                <a:ea typeface="+mn-lt"/>
                <a:cs typeface="+mn-lt"/>
              </a:rPr>
              <a:t>Semiconductors</a:t>
            </a:r>
            <a:endParaRPr lang="en-US" dirty="0"/>
          </a:p>
        </p:txBody>
      </p:sp>
    </p:spTree>
    <p:extLst>
      <p:ext uri="{BB962C8B-B14F-4D97-AF65-F5344CB8AC3E}">
        <p14:creationId xmlns:p14="http://schemas.microsoft.com/office/powerpoint/2010/main" val="725342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0E34C-F0FB-53C3-9778-6058532B11BA}"/>
              </a:ext>
            </a:extLst>
          </p:cNvPr>
          <p:cNvSpPr>
            <a:spLocks noGrp="1"/>
          </p:cNvSpPr>
          <p:nvPr>
            <p:ph type="title"/>
          </p:nvPr>
        </p:nvSpPr>
        <p:spPr/>
        <p:txBody>
          <a:bodyPr/>
          <a:lstStyle/>
          <a:p>
            <a:r>
              <a:rPr lang="en-US"/>
              <a:t>Conductors</a:t>
            </a:r>
          </a:p>
        </p:txBody>
      </p:sp>
      <p:sp>
        <p:nvSpPr>
          <p:cNvPr id="3" name="Content Placeholder 2">
            <a:extLst>
              <a:ext uri="{FF2B5EF4-FFF2-40B4-BE49-F238E27FC236}">
                <a16:creationId xmlns:a16="http://schemas.microsoft.com/office/drawing/2014/main" id="{C1409768-7037-6895-B133-F7A2E3434A6D}"/>
              </a:ext>
            </a:extLst>
          </p:cNvPr>
          <p:cNvSpPr>
            <a:spLocks noGrp="1"/>
          </p:cNvSpPr>
          <p:nvPr>
            <p:ph idx="1"/>
          </p:nvPr>
        </p:nvSpPr>
        <p:spPr/>
        <p:txBody>
          <a:bodyPr/>
          <a:lstStyle/>
          <a:p>
            <a:pPr marL="305435" indent="-305435">
              <a:buFont typeface="Wingdings 2"/>
              <a:buChar char=""/>
            </a:pPr>
            <a:r>
              <a:rPr lang="en-US" b="1">
                <a:ea typeface="+mn-lt"/>
                <a:cs typeface="+mn-lt"/>
              </a:rPr>
              <a:t>Definition:</a:t>
            </a:r>
            <a:r>
              <a:rPr lang="en-US">
                <a:ea typeface="+mn-lt"/>
                <a:cs typeface="+mn-lt"/>
              </a:rPr>
              <a:t> Materials that allow electric charge (electrons) to flow through them easily.</a:t>
            </a:r>
          </a:p>
          <a:p>
            <a:pPr marL="305435" indent="-305435">
              <a:buFont typeface="Wingdings 2"/>
              <a:buChar char=""/>
            </a:pPr>
            <a:r>
              <a:rPr lang="en-US" b="1">
                <a:ea typeface="+mn-lt"/>
                <a:cs typeface="+mn-lt"/>
              </a:rPr>
              <a:t>Atomic Structure:</a:t>
            </a:r>
            <a:r>
              <a:rPr lang="en-US">
                <a:ea typeface="+mn-lt"/>
                <a:cs typeface="+mn-lt"/>
              </a:rPr>
              <a:t> They have </a:t>
            </a:r>
            <a:r>
              <a:rPr lang="en-US" b="1">
                <a:ea typeface="+mn-lt"/>
                <a:cs typeface="+mn-lt"/>
              </a:rPr>
              <a:t>1 to 3 valence electrons</a:t>
            </a:r>
            <a:r>
              <a:rPr lang="en-US">
                <a:ea typeface="+mn-lt"/>
                <a:cs typeface="+mn-lt"/>
              </a:rPr>
              <a:t> that are loosely held by the nucleus.</a:t>
            </a:r>
          </a:p>
          <a:p>
            <a:pPr marL="305435" indent="-305435">
              <a:buFont typeface="Wingdings 2"/>
              <a:buChar char=""/>
            </a:pPr>
            <a:r>
              <a:rPr lang="en-US">
                <a:ea typeface="+mn-lt"/>
                <a:cs typeface="+mn-lt"/>
              </a:rPr>
              <a:t>These "free electrons" can be easily pushed from one atom to the next.</a:t>
            </a:r>
          </a:p>
          <a:p>
            <a:pPr marL="305435" indent="0">
              <a:buNone/>
            </a:pPr>
            <a:r>
              <a:rPr lang="en-US" b="1">
                <a:ea typeface="+mn-lt"/>
                <a:cs typeface="+mn-lt"/>
              </a:rPr>
              <a:t>Examples:</a:t>
            </a:r>
            <a:endParaRPr lang="en-US">
              <a:ea typeface="+mn-lt"/>
              <a:cs typeface="+mn-lt"/>
            </a:endParaRPr>
          </a:p>
          <a:p>
            <a:pPr marL="305435" indent="-305435">
              <a:buFont typeface="Wingdings 2"/>
              <a:buChar char=""/>
            </a:pPr>
            <a:r>
              <a:rPr lang="en-US" b="1">
                <a:ea typeface="+mn-lt"/>
                <a:cs typeface="+mn-lt"/>
              </a:rPr>
              <a:t>Best:</a:t>
            </a:r>
            <a:r>
              <a:rPr lang="en-US">
                <a:ea typeface="+mn-lt"/>
                <a:cs typeface="+mn-lt"/>
              </a:rPr>
              <a:t> Silver, Copper, Gold, Aluminum</a:t>
            </a:r>
          </a:p>
          <a:p>
            <a:pPr marL="305435" indent="-305435">
              <a:buFont typeface="Wingdings 2"/>
              <a:buChar char=""/>
            </a:pPr>
            <a:r>
              <a:rPr lang="en-US" b="1">
                <a:ea typeface="+mn-lt"/>
                <a:cs typeface="+mn-lt"/>
              </a:rPr>
              <a:t>Good:</a:t>
            </a:r>
            <a:r>
              <a:rPr lang="en-US">
                <a:ea typeface="+mn-lt"/>
                <a:cs typeface="+mn-lt"/>
              </a:rPr>
              <a:t> Brass, Steel, most other metals.</a:t>
            </a:r>
          </a:p>
          <a:p>
            <a:pPr marL="305435" indent="0">
              <a:buNone/>
            </a:pPr>
            <a:r>
              <a:rPr lang="en-US" i="1" dirty="0">
                <a:ea typeface="+mn-lt"/>
                <a:cs typeface="+mn-lt"/>
              </a:rPr>
              <a:t>Copper is the most common conductor used in electrical wiring because it offers a great balance of conductivity and cost.</a:t>
            </a:r>
            <a:endParaRPr lang="en-US" dirty="0">
              <a:ea typeface="+mn-lt"/>
              <a:cs typeface="+mn-lt"/>
            </a:endParaRPr>
          </a:p>
        </p:txBody>
      </p:sp>
    </p:spTree>
    <p:extLst>
      <p:ext uri="{BB962C8B-B14F-4D97-AF65-F5344CB8AC3E}">
        <p14:creationId xmlns:p14="http://schemas.microsoft.com/office/powerpoint/2010/main" val="1332354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0041D-A430-6422-F21F-10E12D4C2FE6}"/>
              </a:ext>
            </a:extLst>
          </p:cNvPr>
          <p:cNvSpPr>
            <a:spLocks noGrp="1"/>
          </p:cNvSpPr>
          <p:nvPr>
            <p:ph type="title"/>
          </p:nvPr>
        </p:nvSpPr>
        <p:spPr/>
        <p:txBody>
          <a:bodyPr/>
          <a:lstStyle/>
          <a:p>
            <a:r>
              <a:rPr lang="en-US" dirty="0">
                <a:ea typeface="+mj-lt"/>
                <a:cs typeface="+mj-lt"/>
              </a:rPr>
              <a:t>Insulators</a:t>
            </a:r>
            <a:endParaRPr lang="en-US" dirty="0"/>
          </a:p>
        </p:txBody>
      </p:sp>
      <p:sp>
        <p:nvSpPr>
          <p:cNvPr id="3" name="Content Placeholder 2">
            <a:extLst>
              <a:ext uri="{FF2B5EF4-FFF2-40B4-BE49-F238E27FC236}">
                <a16:creationId xmlns:a16="http://schemas.microsoft.com/office/drawing/2014/main" id="{D93BC287-D6F5-668A-D116-65E323348DB7}"/>
              </a:ext>
            </a:extLst>
          </p:cNvPr>
          <p:cNvSpPr>
            <a:spLocks noGrp="1"/>
          </p:cNvSpPr>
          <p:nvPr>
            <p:ph idx="1"/>
          </p:nvPr>
        </p:nvSpPr>
        <p:spPr/>
        <p:txBody>
          <a:bodyPr>
            <a:normAutofit fontScale="85000" lnSpcReduction="10000"/>
          </a:bodyPr>
          <a:lstStyle/>
          <a:p>
            <a:pPr marL="305435" indent="-305435">
              <a:buFont typeface="Wingdings 2"/>
              <a:buChar char=""/>
            </a:pPr>
            <a:r>
              <a:rPr lang="en-US" b="1">
                <a:ea typeface="+mn-lt"/>
                <a:cs typeface="+mn-lt"/>
              </a:rPr>
              <a:t>Definition:</a:t>
            </a:r>
            <a:r>
              <a:rPr lang="en-US">
                <a:ea typeface="+mn-lt"/>
                <a:cs typeface="+mn-lt"/>
              </a:rPr>
              <a:t> Materials that </a:t>
            </a:r>
            <a:r>
              <a:rPr lang="en-US" b="1">
                <a:ea typeface="+mn-lt"/>
                <a:cs typeface="+mn-lt"/>
              </a:rPr>
              <a:t>resist</a:t>
            </a:r>
            <a:r>
              <a:rPr lang="en-US">
                <a:ea typeface="+mn-lt"/>
                <a:cs typeface="+mn-lt"/>
              </a:rPr>
              <a:t> or prevent the flow of electric charge.</a:t>
            </a:r>
            <a:endParaRPr lang="en-US"/>
          </a:p>
          <a:p>
            <a:pPr marL="305435" indent="-305435">
              <a:buFont typeface="Wingdings 2"/>
              <a:buChar char=""/>
            </a:pPr>
            <a:r>
              <a:rPr lang="en-US" b="1">
                <a:ea typeface="+mn-lt"/>
                <a:cs typeface="+mn-lt"/>
              </a:rPr>
              <a:t>Atomic Structure:</a:t>
            </a:r>
            <a:r>
              <a:rPr lang="en-US">
                <a:ea typeface="+mn-lt"/>
                <a:cs typeface="+mn-lt"/>
              </a:rPr>
              <a:t> They have </a:t>
            </a:r>
            <a:r>
              <a:rPr lang="en-US" b="1">
                <a:ea typeface="+mn-lt"/>
                <a:cs typeface="+mn-lt"/>
              </a:rPr>
              <a:t>5 to 8 valence electrons</a:t>
            </a:r>
            <a:r>
              <a:rPr lang="en-US">
                <a:ea typeface="+mn-lt"/>
                <a:cs typeface="+mn-lt"/>
              </a:rPr>
              <a:t>. Their valence shell is full or nearly full.</a:t>
            </a:r>
            <a:endParaRPr lang="en-US"/>
          </a:p>
          <a:p>
            <a:pPr marL="305435" indent="-305435">
              <a:buFont typeface="Wingdings 2"/>
              <a:buChar char=""/>
            </a:pPr>
            <a:r>
              <a:rPr lang="en-US">
                <a:ea typeface="+mn-lt"/>
                <a:cs typeface="+mn-lt"/>
              </a:rPr>
              <a:t>Electrons are held very tightly to the nucleus and are not free to move.</a:t>
            </a:r>
            <a:endParaRPr lang="en-US"/>
          </a:p>
          <a:p>
            <a:pPr marL="305435" indent="0">
              <a:buNone/>
            </a:pPr>
            <a:r>
              <a:rPr lang="en-US" b="1">
                <a:ea typeface="+mn-lt"/>
                <a:cs typeface="+mn-lt"/>
              </a:rPr>
              <a:t>Examples:</a:t>
            </a:r>
            <a:endParaRPr lang="en-US"/>
          </a:p>
          <a:p>
            <a:pPr marL="305435" indent="-305435">
              <a:buFont typeface="Wingdings 2"/>
              <a:buChar char=""/>
            </a:pPr>
            <a:r>
              <a:rPr lang="en-US">
                <a:ea typeface="+mn-lt"/>
                <a:cs typeface="+mn-lt"/>
              </a:rPr>
              <a:t>Rubber</a:t>
            </a:r>
            <a:endParaRPr lang="en-US"/>
          </a:p>
          <a:p>
            <a:pPr marL="305435" indent="-305435">
              <a:buFont typeface="Wingdings 2"/>
              <a:buChar char=""/>
            </a:pPr>
            <a:r>
              <a:rPr lang="en-US">
                <a:ea typeface="+mn-lt"/>
                <a:cs typeface="+mn-lt"/>
              </a:rPr>
              <a:t>Plastic</a:t>
            </a:r>
            <a:endParaRPr lang="en-US"/>
          </a:p>
          <a:p>
            <a:pPr marL="305435" indent="-305435">
              <a:buFont typeface="Wingdings 2"/>
              <a:buChar char=""/>
            </a:pPr>
            <a:r>
              <a:rPr lang="en-US">
                <a:ea typeface="+mn-lt"/>
                <a:cs typeface="+mn-lt"/>
              </a:rPr>
              <a:t>Glass</a:t>
            </a:r>
            <a:endParaRPr lang="en-US"/>
          </a:p>
          <a:p>
            <a:pPr marL="305435" indent="-305435">
              <a:buFont typeface="Wingdings 2"/>
              <a:buChar char=""/>
            </a:pPr>
            <a:r>
              <a:rPr lang="en-US">
                <a:ea typeface="+mn-lt"/>
                <a:cs typeface="+mn-lt"/>
              </a:rPr>
              <a:t>Porcelain</a:t>
            </a:r>
            <a:endParaRPr lang="en-US"/>
          </a:p>
          <a:p>
            <a:pPr marL="305435" indent="-305435">
              <a:buFont typeface="Wingdings 2"/>
              <a:buChar char=""/>
            </a:pPr>
            <a:r>
              <a:rPr lang="en-US">
                <a:ea typeface="+mn-lt"/>
                <a:cs typeface="+mn-lt"/>
              </a:rPr>
              <a:t>Dry Wood</a:t>
            </a:r>
            <a:endParaRPr lang="en-US"/>
          </a:p>
          <a:p>
            <a:pPr marL="305435" indent="-305435">
              <a:buFont typeface="Wingdings 2"/>
              <a:buChar char=""/>
            </a:pPr>
            <a:r>
              <a:rPr lang="en-US">
                <a:ea typeface="+mn-lt"/>
                <a:cs typeface="+mn-lt"/>
              </a:rPr>
              <a:t>Air</a:t>
            </a:r>
            <a:endParaRPr lang="en-US"/>
          </a:p>
          <a:p>
            <a:pPr marL="305435" indent="0">
              <a:buNone/>
            </a:pPr>
            <a:r>
              <a:rPr lang="en-US" i="1" dirty="0">
                <a:ea typeface="+mn-lt"/>
                <a:cs typeface="+mn-lt"/>
              </a:rPr>
              <a:t>Insulators are essential for safety, used to cover wires and protect us from electric shock.</a:t>
            </a:r>
            <a:endParaRPr lang="en-US" dirty="0"/>
          </a:p>
        </p:txBody>
      </p:sp>
    </p:spTree>
    <p:extLst>
      <p:ext uri="{BB962C8B-B14F-4D97-AF65-F5344CB8AC3E}">
        <p14:creationId xmlns:p14="http://schemas.microsoft.com/office/powerpoint/2010/main" val="1984677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722DE-EDCB-4924-E0FA-53973EC8E0F8}"/>
              </a:ext>
            </a:extLst>
          </p:cNvPr>
          <p:cNvSpPr>
            <a:spLocks noGrp="1"/>
          </p:cNvSpPr>
          <p:nvPr>
            <p:ph type="title"/>
          </p:nvPr>
        </p:nvSpPr>
        <p:spPr/>
        <p:txBody>
          <a:bodyPr/>
          <a:lstStyle/>
          <a:p>
            <a:r>
              <a:rPr lang="en-US"/>
              <a:t>Semiconductors</a:t>
            </a:r>
          </a:p>
        </p:txBody>
      </p:sp>
      <p:sp>
        <p:nvSpPr>
          <p:cNvPr id="3" name="Content Placeholder 2">
            <a:extLst>
              <a:ext uri="{FF2B5EF4-FFF2-40B4-BE49-F238E27FC236}">
                <a16:creationId xmlns:a16="http://schemas.microsoft.com/office/drawing/2014/main" id="{53752E23-289B-5F72-FFD4-A01F7C9B7B7D}"/>
              </a:ext>
            </a:extLst>
          </p:cNvPr>
          <p:cNvSpPr>
            <a:spLocks noGrp="1"/>
          </p:cNvSpPr>
          <p:nvPr>
            <p:ph idx="1"/>
          </p:nvPr>
        </p:nvSpPr>
        <p:spPr/>
        <p:txBody>
          <a:bodyPr/>
          <a:lstStyle/>
          <a:p>
            <a:pPr marL="305435" indent="-305435">
              <a:buFont typeface="Wingdings 2"/>
              <a:buChar char=""/>
            </a:pPr>
            <a:r>
              <a:rPr lang="en-US" b="1">
                <a:ea typeface="+mn-lt"/>
                <a:cs typeface="+mn-lt"/>
              </a:rPr>
              <a:t>Definition:</a:t>
            </a:r>
            <a:r>
              <a:rPr lang="en-US">
                <a:ea typeface="+mn-lt"/>
                <a:cs typeface="+mn-lt"/>
              </a:rPr>
              <a:t> Materials that are neither good conductors nor good insulators.</a:t>
            </a:r>
            <a:endParaRPr lang="en-US"/>
          </a:p>
          <a:p>
            <a:pPr marL="305435" indent="-305435">
              <a:buFont typeface="Wingdings 2"/>
              <a:buChar char=""/>
            </a:pPr>
            <a:r>
              <a:rPr lang="en-US" b="1">
                <a:ea typeface="+mn-lt"/>
                <a:cs typeface="+mn-lt"/>
              </a:rPr>
              <a:t>Atomic Structure:</a:t>
            </a:r>
            <a:r>
              <a:rPr lang="en-US">
                <a:ea typeface="+mn-lt"/>
                <a:cs typeface="+mn-lt"/>
              </a:rPr>
              <a:t> They have exactly </a:t>
            </a:r>
            <a:r>
              <a:rPr lang="en-US" b="1">
                <a:ea typeface="+mn-lt"/>
                <a:cs typeface="+mn-lt"/>
              </a:rPr>
              <a:t>4 valence electrons</a:t>
            </a:r>
            <a:r>
              <a:rPr lang="en-US">
                <a:ea typeface="+mn-lt"/>
                <a:cs typeface="+mn-lt"/>
              </a:rPr>
              <a:t>.</a:t>
            </a:r>
            <a:endParaRPr lang="en-US"/>
          </a:p>
          <a:p>
            <a:pPr marL="305435" indent="-305435">
              <a:buFont typeface="Wingdings 2"/>
              <a:buChar char=""/>
            </a:pPr>
            <a:r>
              <a:rPr lang="en-US">
                <a:ea typeface="+mn-lt"/>
                <a:cs typeface="+mn-lt"/>
              </a:rPr>
              <a:t>Their properties can be precisely controlled by adding impurities (a process called "doping").</a:t>
            </a:r>
            <a:endParaRPr lang="en-US"/>
          </a:p>
          <a:p>
            <a:pPr marL="305435" indent="0">
              <a:buNone/>
            </a:pPr>
            <a:r>
              <a:rPr lang="en-US" b="1">
                <a:ea typeface="+mn-lt"/>
                <a:cs typeface="+mn-lt"/>
              </a:rPr>
              <a:t>Examples:</a:t>
            </a:r>
            <a:endParaRPr lang="en-US"/>
          </a:p>
          <a:p>
            <a:pPr marL="305435" indent="-305435">
              <a:buFont typeface="Wingdings 2"/>
              <a:buChar char=""/>
            </a:pPr>
            <a:r>
              <a:rPr lang="en-US">
                <a:ea typeface="+mn-lt"/>
                <a:cs typeface="+mn-lt"/>
              </a:rPr>
              <a:t>Silicon (Si)</a:t>
            </a:r>
            <a:endParaRPr lang="en-US"/>
          </a:p>
          <a:p>
            <a:pPr marL="305435" indent="-305435">
              <a:buFont typeface="Wingdings 2"/>
              <a:buChar char=""/>
            </a:pPr>
            <a:r>
              <a:rPr lang="en-US">
                <a:ea typeface="+mn-lt"/>
                <a:cs typeface="+mn-lt"/>
              </a:rPr>
              <a:t>Germanium (Ge)</a:t>
            </a:r>
            <a:endParaRPr lang="en-US"/>
          </a:p>
          <a:p>
            <a:pPr marL="305435" indent="0">
              <a:buNone/>
            </a:pPr>
            <a:r>
              <a:rPr lang="en-US" i="1" dirty="0">
                <a:ea typeface="+mn-lt"/>
                <a:cs typeface="+mn-lt"/>
              </a:rPr>
              <a:t>Semiconductors are the foundation of all modern electronics: diodes, transistors, computer chips, solar panels, etc.</a:t>
            </a:r>
            <a:endParaRPr lang="en-US" dirty="0"/>
          </a:p>
        </p:txBody>
      </p:sp>
    </p:spTree>
    <p:extLst>
      <p:ext uri="{BB962C8B-B14F-4D97-AF65-F5344CB8AC3E}">
        <p14:creationId xmlns:p14="http://schemas.microsoft.com/office/powerpoint/2010/main" val="3690782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3329E-B268-94E0-BEED-B6E7A3A8C90E}"/>
              </a:ext>
            </a:extLst>
          </p:cNvPr>
          <p:cNvSpPr>
            <a:spLocks noGrp="1"/>
          </p:cNvSpPr>
          <p:nvPr>
            <p:ph type="title"/>
          </p:nvPr>
        </p:nvSpPr>
        <p:spPr/>
        <p:txBody>
          <a:bodyPr/>
          <a:lstStyle/>
          <a:p>
            <a:r>
              <a:rPr lang="en-US" dirty="0"/>
              <a:t>Summary Table</a:t>
            </a:r>
          </a:p>
        </p:txBody>
      </p:sp>
      <p:graphicFrame>
        <p:nvGraphicFramePr>
          <p:cNvPr id="5" name="Content Placeholder 4">
            <a:extLst>
              <a:ext uri="{FF2B5EF4-FFF2-40B4-BE49-F238E27FC236}">
                <a16:creationId xmlns:a16="http://schemas.microsoft.com/office/drawing/2014/main" id="{376F293C-6A4F-883F-1B75-46C251FB6CC8}"/>
              </a:ext>
            </a:extLst>
          </p:cNvPr>
          <p:cNvGraphicFramePr>
            <a:graphicFrameLocks noGrp="1"/>
          </p:cNvGraphicFramePr>
          <p:nvPr>
            <p:ph idx="1"/>
            <p:extLst>
              <p:ext uri="{D42A27DB-BD31-4B8C-83A1-F6EECF244321}">
                <p14:modId xmlns:p14="http://schemas.microsoft.com/office/powerpoint/2010/main" val="1932808458"/>
              </p:ext>
            </p:extLst>
          </p:nvPr>
        </p:nvGraphicFramePr>
        <p:xfrm>
          <a:off x="581025" y="2341563"/>
          <a:ext cx="11029948" cy="3895650"/>
        </p:xfrm>
        <a:graphic>
          <a:graphicData uri="http://schemas.openxmlformats.org/drawingml/2006/table">
            <a:tbl>
              <a:tblPr bandRow="1">
                <a:tableStyleId>{F2DE63D5-997A-4646-A377-4702673A728D}</a:tableStyleId>
              </a:tblPr>
              <a:tblGrid>
                <a:gridCol w="2757487">
                  <a:extLst>
                    <a:ext uri="{9D8B030D-6E8A-4147-A177-3AD203B41FA5}">
                      <a16:colId xmlns:a16="http://schemas.microsoft.com/office/drawing/2014/main" val="357759148"/>
                    </a:ext>
                  </a:extLst>
                </a:gridCol>
                <a:gridCol w="2757487">
                  <a:extLst>
                    <a:ext uri="{9D8B030D-6E8A-4147-A177-3AD203B41FA5}">
                      <a16:colId xmlns:a16="http://schemas.microsoft.com/office/drawing/2014/main" val="995307522"/>
                    </a:ext>
                  </a:extLst>
                </a:gridCol>
                <a:gridCol w="2757487">
                  <a:extLst>
                    <a:ext uri="{9D8B030D-6E8A-4147-A177-3AD203B41FA5}">
                      <a16:colId xmlns:a16="http://schemas.microsoft.com/office/drawing/2014/main" val="2297372274"/>
                    </a:ext>
                  </a:extLst>
                </a:gridCol>
                <a:gridCol w="2757487">
                  <a:extLst>
                    <a:ext uri="{9D8B030D-6E8A-4147-A177-3AD203B41FA5}">
                      <a16:colId xmlns:a16="http://schemas.microsoft.com/office/drawing/2014/main" val="847626347"/>
                    </a:ext>
                  </a:extLst>
                </a:gridCol>
              </a:tblGrid>
              <a:tr h="649275">
                <a:tc>
                  <a:txBody>
                    <a:bodyPr/>
                    <a:lstStyle/>
                    <a:p>
                      <a:pPr>
                        <a:buNone/>
                      </a:pPr>
                      <a:r>
                        <a:rPr lang="en-US" b="1" dirty="0"/>
                        <a:t>Property</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b="1" dirty="0"/>
                        <a:t>Conductors</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b="1" dirty="0"/>
                        <a:t>Insulators</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b="1" dirty="0"/>
                        <a:t>Semiconductors</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extLst>
                  <a:ext uri="{0D108BD9-81ED-4DB2-BD59-A6C34878D82A}">
                    <a16:rowId xmlns:a16="http://schemas.microsoft.com/office/drawing/2014/main" val="464906960"/>
                  </a:ext>
                </a:extLst>
              </a:tr>
              <a:tr h="649275">
                <a:tc>
                  <a:txBody>
                    <a:bodyPr/>
                    <a:lstStyle/>
                    <a:p>
                      <a:pPr>
                        <a:buNone/>
                      </a:pPr>
                      <a:r>
                        <a:rPr lang="en-US" b="1" dirty="0"/>
                        <a:t>Valence Electrons</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1-3 (Few)</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5-8 (Many)</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4 (Exactly)</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extLst>
                  <a:ext uri="{0D108BD9-81ED-4DB2-BD59-A6C34878D82A}">
                    <a16:rowId xmlns:a16="http://schemas.microsoft.com/office/drawing/2014/main" val="2482087030"/>
                  </a:ext>
                </a:extLst>
              </a:tr>
              <a:tr h="649275">
                <a:tc>
                  <a:txBody>
                    <a:bodyPr/>
                    <a:lstStyle/>
                    <a:p>
                      <a:pPr>
                        <a:buNone/>
                      </a:pPr>
                      <a:r>
                        <a:rPr lang="en-US" b="1" dirty="0"/>
                        <a:t>Electron Mobility</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Very High (Free)</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Very Low (Bound)</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Can be controlled</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extLst>
                  <a:ext uri="{0D108BD9-81ED-4DB2-BD59-A6C34878D82A}">
                    <a16:rowId xmlns:a16="http://schemas.microsoft.com/office/drawing/2014/main" val="2928782803"/>
                  </a:ext>
                </a:extLst>
              </a:tr>
              <a:tr h="649275">
                <a:tc>
                  <a:txBody>
                    <a:bodyPr/>
                    <a:lstStyle/>
                    <a:p>
                      <a:pPr>
                        <a:buNone/>
                      </a:pPr>
                      <a:r>
                        <a:rPr lang="en-US" b="1" dirty="0"/>
                        <a:t>Resistance to Flow</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Very Low</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Very High</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Moderate</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extLst>
                  <a:ext uri="{0D108BD9-81ED-4DB2-BD59-A6C34878D82A}">
                    <a16:rowId xmlns:a16="http://schemas.microsoft.com/office/drawing/2014/main" val="1891362536"/>
                  </a:ext>
                </a:extLst>
              </a:tr>
              <a:tr h="649275">
                <a:tc>
                  <a:txBody>
                    <a:bodyPr/>
                    <a:lstStyle/>
                    <a:p>
                      <a:pPr>
                        <a:buNone/>
                      </a:pPr>
                      <a:r>
                        <a:rPr lang="en-US" b="1" dirty="0"/>
                        <a:t>Purpose</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To allow current flow</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To block current flow</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To control current flow</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extLst>
                  <a:ext uri="{0D108BD9-81ED-4DB2-BD59-A6C34878D82A}">
                    <a16:rowId xmlns:a16="http://schemas.microsoft.com/office/drawing/2014/main" val="704011659"/>
                  </a:ext>
                </a:extLst>
              </a:tr>
              <a:tr h="649275">
                <a:tc>
                  <a:txBody>
                    <a:bodyPr/>
                    <a:lstStyle/>
                    <a:p>
                      <a:pPr>
                        <a:buNone/>
                      </a:pPr>
                      <a:r>
                        <a:rPr lang="en-US" b="1" dirty="0"/>
                        <a:t>Example</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Copper Wire</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Rubber Sheath</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tc>
                  <a:txBody>
                    <a:bodyPr/>
                    <a:lstStyle/>
                    <a:p>
                      <a:pPr>
                        <a:buNone/>
                      </a:pPr>
                      <a:r>
                        <a:rPr lang="en-US" dirty="0"/>
                        <a:t>Computer Chip</a:t>
                      </a:r>
                    </a:p>
                  </a:txBody>
                  <a:tcPr anchor="ctr">
                    <a:lnL w="12700">
                      <a:solidFill>
                        <a:schemeClr val="accent3"/>
                      </a:solidFill>
                    </a:lnL>
                    <a:lnR w="12700">
                      <a:solidFill>
                        <a:schemeClr val="accent3"/>
                      </a:solidFill>
                    </a:lnR>
                    <a:lnT w="12700">
                      <a:solidFill>
                        <a:schemeClr val="accent3"/>
                      </a:solidFill>
                    </a:lnT>
                    <a:lnB w="12700">
                      <a:solidFill>
                        <a:schemeClr val="accent3"/>
                      </a:solidFill>
                    </a:lnB>
                  </a:tcPr>
                </a:tc>
                <a:extLst>
                  <a:ext uri="{0D108BD9-81ED-4DB2-BD59-A6C34878D82A}">
                    <a16:rowId xmlns:a16="http://schemas.microsoft.com/office/drawing/2014/main" val="3980502083"/>
                  </a:ext>
                </a:extLst>
              </a:tr>
            </a:tbl>
          </a:graphicData>
        </a:graphic>
      </p:graphicFrame>
    </p:spTree>
    <p:extLst>
      <p:ext uri="{BB962C8B-B14F-4D97-AF65-F5344CB8AC3E}">
        <p14:creationId xmlns:p14="http://schemas.microsoft.com/office/powerpoint/2010/main" val="1456875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ADC82-F3A8-C5D4-7F8E-DD795539EF0E}"/>
              </a:ext>
            </a:extLst>
          </p:cNvPr>
          <p:cNvSpPr>
            <a:spLocks noGrp="1"/>
          </p:cNvSpPr>
          <p:nvPr>
            <p:ph type="title"/>
          </p:nvPr>
        </p:nvSpPr>
        <p:spPr/>
        <p:txBody>
          <a:bodyPr/>
          <a:lstStyle/>
          <a:p>
            <a:r>
              <a:rPr lang="en-US" dirty="0">
                <a:ea typeface="+mj-lt"/>
                <a:cs typeface="+mj-lt"/>
              </a:rPr>
              <a:t>Module 1 Recap</a:t>
            </a:r>
            <a:endParaRPr lang="en-US" dirty="0"/>
          </a:p>
        </p:txBody>
      </p:sp>
      <p:sp>
        <p:nvSpPr>
          <p:cNvPr id="3" name="Content Placeholder 2">
            <a:extLst>
              <a:ext uri="{FF2B5EF4-FFF2-40B4-BE49-F238E27FC236}">
                <a16:creationId xmlns:a16="http://schemas.microsoft.com/office/drawing/2014/main" id="{E80E1009-A17C-C626-B611-21B9D7A8C230}"/>
              </a:ext>
            </a:extLst>
          </p:cNvPr>
          <p:cNvSpPr>
            <a:spLocks noGrp="1"/>
          </p:cNvSpPr>
          <p:nvPr>
            <p:ph idx="1"/>
          </p:nvPr>
        </p:nvSpPr>
        <p:spPr/>
        <p:txBody>
          <a:bodyPr/>
          <a:lstStyle/>
          <a:p>
            <a:pPr marL="305435" indent="-305435">
              <a:buFont typeface="Wingdings 2"/>
              <a:buChar char=""/>
            </a:pPr>
            <a:r>
              <a:rPr lang="en-US" dirty="0">
                <a:ea typeface="+mn-lt"/>
                <a:cs typeface="+mn-lt"/>
              </a:rPr>
              <a:t>All matter is made of </a:t>
            </a:r>
            <a:r>
              <a:rPr lang="en-US" b="1" dirty="0">
                <a:ea typeface="+mn-lt"/>
                <a:cs typeface="+mn-lt"/>
              </a:rPr>
              <a:t>atoms</a:t>
            </a:r>
            <a:r>
              <a:rPr lang="en-US" dirty="0">
                <a:ea typeface="+mn-lt"/>
                <a:cs typeface="+mn-lt"/>
              </a:rPr>
              <a:t>.</a:t>
            </a:r>
            <a:endParaRPr lang="en-US" dirty="0"/>
          </a:p>
          <a:p>
            <a:pPr marL="305435" indent="-305435">
              <a:buFont typeface="Wingdings 2"/>
              <a:buChar char=""/>
            </a:pPr>
            <a:r>
              <a:rPr lang="en-US" dirty="0">
                <a:ea typeface="+mn-lt"/>
                <a:cs typeface="+mn-lt"/>
              </a:rPr>
              <a:t>Atoms contain </a:t>
            </a:r>
            <a:r>
              <a:rPr lang="en-US" b="1" dirty="0">
                <a:ea typeface="+mn-lt"/>
                <a:cs typeface="+mn-lt"/>
              </a:rPr>
              <a:t>protons (+), neutrons, and electrons (-)</a:t>
            </a:r>
            <a:r>
              <a:rPr lang="en-US" dirty="0">
                <a:ea typeface="+mn-lt"/>
                <a:cs typeface="+mn-lt"/>
              </a:rPr>
              <a:t>.</a:t>
            </a:r>
            <a:endParaRPr lang="en-US" dirty="0"/>
          </a:p>
          <a:p>
            <a:pPr marL="305435" indent="-305435">
              <a:buFont typeface="Wingdings 2"/>
              <a:buChar char=""/>
            </a:pPr>
            <a:r>
              <a:rPr lang="en-US" dirty="0">
                <a:ea typeface="+mn-lt"/>
                <a:cs typeface="+mn-lt"/>
              </a:rPr>
              <a:t>The </a:t>
            </a:r>
            <a:r>
              <a:rPr lang="en-US" b="1" dirty="0">
                <a:ea typeface="+mn-lt"/>
                <a:cs typeface="+mn-lt"/>
              </a:rPr>
              <a:t>valence shell</a:t>
            </a:r>
            <a:r>
              <a:rPr lang="en-US" dirty="0">
                <a:ea typeface="+mn-lt"/>
                <a:cs typeface="+mn-lt"/>
              </a:rPr>
              <a:t> is the key to electrical properties.</a:t>
            </a:r>
            <a:endParaRPr lang="en-US" dirty="0"/>
          </a:p>
          <a:p>
            <a:pPr marL="305435" indent="-305435">
              <a:buFont typeface="Wingdings 2"/>
              <a:buChar char=""/>
            </a:pPr>
            <a:r>
              <a:rPr lang="en-US" b="1" dirty="0">
                <a:ea typeface="+mn-lt"/>
                <a:cs typeface="+mn-lt"/>
              </a:rPr>
              <a:t>Conductors</a:t>
            </a:r>
            <a:r>
              <a:rPr lang="en-US" dirty="0">
                <a:ea typeface="+mn-lt"/>
                <a:cs typeface="+mn-lt"/>
              </a:rPr>
              <a:t> have few valence electrons and let current flow easily.</a:t>
            </a:r>
            <a:endParaRPr lang="en-US" dirty="0"/>
          </a:p>
          <a:p>
            <a:pPr marL="305435" indent="-305435">
              <a:buFont typeface="Wingdings 2"/>
              <a:buChar char=""/>
            </a:pPr>
            <a:r>
              <a:rPr lang="en-US" b="1" dirty="0">
                <a:ea typeface="+mn-lt"/>
                <a:cs typeface="+mn-lt"/>
              </a:rPr>
              <a:t>Insulators</a:t>
            </a:r>
            <a:r>
              <a:rPr lang="en-US" dirty="0">
                <a:ea typeface="+mn-lt"/>
                <a:cs typeface="+mn-lt"/>
              </a:rPr>
              <a:t> have many valence electrons and block current flow.</a:t>
            </a:r>
            <a:endParaRPr lang="en-US" dirty="0"/>
          </a:p>
          <a:p>
            <a:pPr marL="305435" indent="-305435">
              <a:buFont typeface="Wingdings 2"/>
              <a:buChar char=""/>
            </a:pPr>
            <a:r>
              <a:rPr lang="en-US" b="1" dirty="0">
                <a:ea typeface="+mn-lt"/>
                <a:cs typeface="+mn-lt"/>
              </a:rPr>
              <a:t>Semiconductors</a:t>
            </a:r>
            <a:r>
              <a:rPr lang="en-US" dirty="0">
                <a:ea typeface="+mn-lt"/>
                <a:cs typeface="+mn-lt"/>
              </a:rPr>
              <a:t> have 4 valence electrons and are used to control flow.</a:t>
            </a:r>
            <a:endParaRPr lang="en-US" dirty="0"/>
          </a:p>
          <a:p>
            <a:pPr marL="305435" indent="-305435">
              <a:buFont typeface="Wingdings 2"/>
              <a:buChar char=""/>
            </a:pPr>
            <a:r>
              <a:rPr lang="en-US" dirty="0">
                <a:ea typeface="+mn-lt"/>
                <a:cs typeface="+mn-lt"/>
              </a:rPr>
              <a:t>The law of charges states that </a:t>
            </a:r>
            <a:r>
              <a:rPr lang="en-US" b="1" dirty="0">
                <a:ea typeface="+mn-lt"/>
                <a:cs typeface="+mn-lt"/>
              </a:rPr>
              <a:t>opposites attract</a:t>
            </a:r>
            <a:r>
              <a:rPr lang="en-US" dirty="0">
                <a:ea typeface="+mn-lt"/>
                <a:cs typeface="+mn-lt"/>
              </a:rPr>
              <a:t> and </a:t>
            </a:r>
            <a:r>
              <a:rPr lang="en-US" b="1" dirty="0">
                <a:ea typeface="+mn-lt"/>
                <a:cs typeface="+mn-lt"/>
              </a:rPr>
              <a:t>likes repel</a:t>
            </a:r>
            <a:r>
              <a:rPr lang="en-US" dirty="0">
                <a:ea typeface="+mn-lt"/>
                <a:cs typeface="+mn-lt"/>
              </a:rPr>
              <a:t>.</a:t>
            </a:r>
            <a:endParaRPr lang="en-US" dirty="0"/>
          </a:p>
        </p:txBody>
      </p:sp>
    </p:spTree>
    <p:extLst>
      <p:ext uri="{BB962C8B-B14F-4D97-AF65-F5344CB8AC3E}">
        <p14:creationId xmlns:p14="http://schemas.microsoft.com/office/powerpoint/2010/main" val="1411150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68270-527E-9B06-F918-1DCA3ED3C43D}"/>
              </a:ext>
            </a:extLst>
          </p:cNvPr>
          <p:cNvSpPr>
            <a:spLocks noGrp="1"/>
          </p:cNvSpPr>
          <p:nvPr>
            <p:ph type="title"/>
          </p:nvPr>
        </p:nvSpPr>
        <p:spPr/>
        <p:txBody>
          <a:bodyPr/>
          <a:lstStyle/>
          <a:p>
            <a:r>
              <a:rPr lang="en-US" dirty="0"/>
              <a:t>Module 2: Electrical Quantities</a:t>
            </a:r>
          </a:p>
        </p:txBody>
      </p:sp>
      <p:sp>
        <p:nvSpPr>
          <p:cNvPr id="3" name="Content Placeholder 2">
            <a:extLst>
              <a:ext uri="{FF2B5EF4-FFF2-40B4-BE49-F238E27FC236}">
                <a16:creationId xmlns:a16="http://schemas.microsoft.com/office/drawing/2014/main" id="{4A3B40E1-F1A9-F6D2-6229-9107BFB1C479}"/>
              </a:ext>
            </a:extLst>
          </p:cNvPr>
          <p:cNvSpPr>
            <a:spLocks noGrp="1"/>
          </p:cNvSpPr>
          <p:nvPr>
            <p:ph type="body" idx="1"/>
          </p:nvPr>
        </p:nvSpPr>
        <p:spPr/>
        <p:txBody>
          <a:bodyPr/>
          <a:lstStyle/>
          <a:p>
            <a:r>
              <a:rPr lang="en-US" dirty="0"/>
              <a:t>Session 2.1: EMF and Electric Current</a:t>
            </a:r>
          </a:p>
        </p:txBody>
      </p:sp>
    </p:spTree>
    <p:extLst>
      <p:ext uri="{BB962C8B-B14F-4D97-AF65-F5344CB8AC3E}">
        <p14:creationId xmlns:p14="http://schemas.microsoft.com/office/powerpoint/2010/main" val="685586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B3D30-F8F6-92FC-4633-6CAA33818CDC}"/>
              </a:ext>
            </a:extLst>
          </p:cNvPr>
          <p:cNvSpPr>
            <a:spLocks noGrp="1"/>
          </p:cNvSpPr>
          <p:nvPr>
            <p:ph type="title"/>
          </p:nvPr>
        </p:nvSpPr>
        <p:spPr/>
        <p:txBody>
          <a:bodyPr/>
          <a:lstStyle/>
          <a:p>
            <a:r>
              <a:rPr lang="en-US" dirty="0"/>
              <a:t>The "Big Three" of Electricity</a:t>
            </a:r>
          </a:p>
        </p:txBody>
      </p:sp>
      <p:sp>
        <p:nvSpPr>
          <p:cNvPr id="3" name="Content Placeholder 2">
            <a:extLst>
              <a:ext uri="{FF2B5EF4-FFF2-40B4-BE49-F238E27FC236}">
                <a16:creationId xmlns:a16="http://schemas.microsoft.com/office/drawing/2014/main" id="{1C696C36-3D1E-C279-CAD8-6389FAAB69DC}"/>
              </a:ext>
            </a:extLst>
          </p:cNvPr>
          <p:cNvSpPr>
            <a:spLocks noGrp="1"/>
          </p:cNvSpPr>
          <p:nvPr>
            <p:ph idx="1"/>
          </p:nvPr>
        </p:nvSpPr>
        <p:spPr/>
        <p:txBody>
          <a:bodyPr/>
          <a:lstStyle/>
          <a:p>
            <a:pPr marL="305435" indent="-305435">
              <a:buNone/>
            </a:pPr>
            <a:r>
              <a:rPr lang="en-US" dirty="0">
                <a:ea typeface="+mn-lt"/>
                <a:cs typeface="+mn-lt"/>
              </a:rPr>
              <a:t>To understand any electrical circuit, you must know these three key quantities:</a:t>
            </a:r>
            <a:endParaRPr lang="en-US" dirty="0"/>
          </a:p>
          <a:p>
            <a:pPr marL="305435" indent="-305435">
              <a:buFont typeface="Wingdings 2"/>
            </a:pPr>
            <a:r>
              <a:rPr lang="en-US" b="1">
                <a:ea typeface="+mn-lt"/>
                <a:cs typeface="+mn-lt"/>
              </a:rPr>
              <a:t>Voltage (V):</a:t>
            </a:r>
            <a:r>
              <a:rPr lang="en-US">
                <a:ea typeface="+mn-lt"/>
                <a:cs typeface="+mn-lt"/>
              </a:rPr>
              <a:t> The electrical pressure or "push."</a:t>
            </a:r>
            <a:endParaRPr lang="en-US" dirty="0">
              <a:ea typeface="+mn-lt"/>
              <a:cs typeface="+mn-lt"/>
            </a:endParaRPr>
          </a:p>
          <a:p>
            <a:pPr marL="305435" indent="-305435">
              <a:buFont typeface="Wingdings 2"/>
            </a:pPr>
            <a:r>
              <a:rPr lang="en-US" b="1" dirty="0">
                <a:ea typeface="+mn-lt"/>
                <a:cs typeface="+mn-lt"/>
              </a:rPr>
              <a:t>Current (I):</a:t>
            </a:r>
            <a:r>
              <a:rPr lang="en-US" dirty="0">
                <a:ea typeface="+mn-lt"/>
                <a:cs typeface="+mn-lt"/>
              </a:rPr>
              <a:t> The rate of electrical flow.</a:t>
            </a:r>
          </a:p>
          <a:p>
            <a:pPr marL="305435" indent="-305435">
              <a:buFont typeface="Wingdings 2"/>
            </a:pPr>
            <a:r>
              <a:rPr lang="en-US" b="1" dirty="0">
                <a:ea typeface="+mn-lt"/>
                <a:cs typeface="+mn-lt"/>
              </a:rPr>
              <a:t>Resistance (R):</a:t>
            </a:r>
            <a:r>
              <a:rPr lang="en-US" dirty="0">
                <a:ea typeface="+mn-lt"/>
                <a:cs typeface="+mn-lt"/>
              </a:rPr>
              <a:t> The opposition to flow.</a:t>
            </a:r>
          </a:p>
          <a:p>
            <a:pPr marL="305435" indent="0">
              <a:buNone/>
            </a:pPr>
            <a:r>
              <a:rPr lang="en-US" dirty="0">
                <a:ea typeface="+mn-lt"/>
                <a:cs typeface="+mn-lt"/>
              </a:rPr>
              <a:t>We will use a simple water pipe analogy to understand how they relate to each other.</a:t>
            </a:r>
          </a:p>
          <a:p>
            <a:pPr marL="0" indent="0">
              <a:buNone/>
            </a:pPr>
            <a:endParaRPr lang="en-US" dirty="0"/>
          </a:p>
        </p:txBody>
      </p:sp>
    </p:spTree>
    <p:extLst>
      <p:ext uri="{BB962C8B-B14F-4D97-AF65-F5344CB8AC3E}">
        <p14:creationId xmlns:p14="http://schemas.microsoft.com/office/powerpoint/2010/main" val="2283556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D811E-01DA-9451-155B-6F1836D133E4}"/>
              </a:ext>
            </a:extLst>
          </p:cNvPr>
          <p:cNvSpPr>
            <a:spLocks noGrp="1"/>
          </p:cNvSpPr>
          <p:nvPr>
            <p:ph type="title"/>
          </p:nvPr>
        </p:nvSpPr>
        <p:spPr/>
        <p:txBody>
          <a:bodyPr/>
          <a:lstStyle/>
          <a:p>
            <a:r>
              <a:rPr lang="en-US" dirty="0">
                <a:ea typeface="+mj-lt"/>
                <a:cs typeface="+mj-lt"/>
              </a:rPr>
              <a:t>Electromotive Force (EMF) / Voltage</a:t>
            </a:r>
            <a:endParaRPr lang="en-US" dirty="0"/>
          </a:p>
        </p:txBody>
      </p:sp>
      <p:sp>
        <p:nvSpPr>
          <p:cNvPr id="3" name="Content Placeholder 2">
            <a:extLst>
              <a:ext uri="{FF2B5EF4-FFF2-40B4-BE49-F238E27FC236}">
                <a16:creationId xmlns:a16="http://schemas.microsoft.com/office/drawing/2014/main" id="{62996C2D-7012-3AE1-BE6B-5F80FC5AB658}"/>
              </a:ext>
            </a:extLst>
          </p:cNvPr>
          <p:cNvSpPr>
            <a:spLocks noGrp="1"/>
          </p:cNvSpPr>
          <p:nvPr>
            <p:ph idx="1"/>
          </p:nvPr>
        </p:nvSpPr>
        <p:spPr/>
        <p:txBody>
          <a:bodyPr/>
          <a:lstStyle/>
          <a:p>
            <a:pPr marL="305435" indent="-305435">
              <a:buFont typeface="Wingdings 2"/>
            </a:pPr>
            <a:r>
              <a:rPr lang="en-US" b="1">
                <a:ea typeface="+mn-lt"/>
                <a:cs typeface="+mn-lt"/>
              </a:rPr>
              <a:t>Definition:</a:t>
            </a:r>
            <a:r>
              <a:rPr lang="en-US">
                <a:ea typeface="+mn-lt"/>
                <a:cs typeface="+mn-lt"/>
              </a:rPr>
              <a:t> Electromotive Force (EMF), more commonly called </a:t>
            </a:r>
            <a:r>
              <a:rPr lang="en-US" b="1">
                <a:ea typeface="+mn-lt"/>
                <a:cs typeface="+mn-lt"/>
              </a:rPr>
              <a:t>Voltage</a:t>
            </a:r>
            <a:r>
              <a:rPr lang="en-US">
                <a:ea typeface="+mn-lt"/>
                <a:cs typeface="+mn-lt"/>
              </a:rPr>
              <a:t>, is the potential difference or pressure that causes electrons to move in a circuit.</a:t>
            </a:r>
          </a:p>
          <a:p>
            <a:pPr marL="305435" indent="-305435">
              <a:buFont typeface="Wingdings 2"/>
            </a:pPr>
            <a:r>
              <a:rPr lang="en-US">
                <a:ea typeface="+mn-lt"/>
                <a:cs typeface="+mn-lt"/>
              </a:rPr>
              <a:t>It's the "push" that forces electrons away from a negative point and towards a positive one.</a:t>
            </a:r>
          </a:p>
          <a:p>
            <a:pPr marL="305435" indent="-305435">
              <a:buFont typeface="Wingdings 2"/>
            </a:pPr>
            <a:r>
              <a:rPr lang="en-US" b="1">
                <a:ea typeface="+mn-lt"/>
                <a:cs typeface="+mn-lt"/>
              </a:rPr>
              <a:t>Unit of Measurement:</a:t>
            </a:r>
            <a:r>
              <a:rPr lang="en-US">
                <a:ea typeface="+mn-lt"/>
                <a:cs typeface="+mn-lt"/>
              </a:rPr>
              <a:t> The </a:t>
            </a:r>
            <a:r>
              <a:rPr lang="en-US" b="1">
                <a:ea typeface="+mn-lt"/>
                <a:cs typeface="+mn-lt"/>
              </a:rPr>
              <a:t>Volt (V)</a:t>
            </a:r>
            <a:r>
              <a:rPr lang="en-US">
                <a:ea typeface="+mn-lt"/>
                <a:cs typeface="+mn-lt"/>
              </a:rPr>
              <a:t>.</a:t>
            </a:r>
          </a:p>
          <a:p>
            <a:pPr marL="305435" indent="0">
              <a:buNone/>
            </a:pPr>
            <a:r>
              <a:rPr lang="en-US" b="1" dirty="0">
                <a:ea typeface="+mn-lt"/>
                <a:cs typeface="+mn-lt"/>
              </a:rPr>
              <a:t>Without voltage, there is no push, and therefore no current can flow.</a:t>
            </a:r>
            <a:endParaRPr lang="en-US" dirty="0">
              <a:ea typeface="+mn-lt"/>
              <a:cs typeface="+mn-lt"/>
            </a:endParaRPr>
          </a:p>
        </p:txBody>
      </p:sp>
    </p:spTree>
    <p:extLst>
      <p:ext uri="{BB962C8B-B14F-4D97-AF65-F5344CB8AC3E}">
        <p14:creationId xmlns:p14="http://schemas.microsoft.com/office/powerpoint/2010/main" val="22877394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8B3E3-977F-7863-8BF0-A7F5845B042C}"/>
              </a:ext>
            </a:extLst>
          </p:cNvPr>
          <p:cNvSpPr>
            <a:spLocks noGrp="1"/>
          </p:cNvSpPr>
          <p:nvPr>
            <p:ph type="title"/>
          </p:nvPr>
        </p:nvSpPr>
        <p:spPr/>
        <p:txBody>
          <a:bodyPr/>
          <a:lstStyle/>
          <a:p>
            <a:r>
              <a:rPr lang="en-US" dirty="0">
                <a:ea typeface="+mj-lt"/>
                <a:cs typeface="+mj-lt"/>
              </a:rPr>
              <a:t>Water Analogy: Voltage is Pressure</a:t>
            </a:r>
            <a:endParaRPr lang="en-US" dirty="0"/>
          </a:p>
        </p:txBody>
      </p:sp>
      <p:sp>
        <p:nvSpPr>
          <p:cNvPr id="3" name="Content Placeholder 2">
            <a:extLst>
              <a:ext uri="{FF2B5EF4-FFF2-40B4-BE49-F238E27FC236}">
                <a16:creationId xmlns:a16="http://schemas.microsoft.com/office/drawing/2014/main" id="{EB0E65D1-5841-400E-420A-98CBE8B3B43E}"/>
              </a:ext>
            </a:extLst>
          </p:cNvPr>
          <p:cNvSpPr>
            <a:spLocks noGrp="1"/>
          </p:cNvSpPr>
          <p:nvPr>
            <p:ph idx="1"/>
          </p:nvPr>
        </p:nvSpPr>
        <p:spPr/>
        <p:txBody>
          <a:bodyPr/>
          <a:lstStyle/>
          <a:p>
            <a:pPr marL="305435" indent="-305435">
              <a:buFont typeface="Wingdings 2"/>
            </a:pPr>
            <a:r>
              <a:rPr lang="en-US" b="1">
                <a:ea typeface="+mn-lt"/>
                <a:cs typeface="+mn-lt"/>
              </a:rPr>
              <a:t>High Voltage</a:t>
            </a:r>
            <a:r>
              <a:rPr lang="en-US">
                <a:ea typeface="+mn-lt"/>
                <a:cs typeface="+mn-lt"/>
              </a:rPr>
              <a:t> is like a full water tower. It creates a lot of pressure, with the potential to push a large amount of water.</a:t>
            </a:r>
          </a:p>
          <a:p>
            <a:pPr marL="305435" indent="-305435">
              <a:buFont typeface="Wingdings 2"/>
            </a:pPr>
            <a:r>
              <a:rPr lang="en-US" b="1" dirty="0">
                <a:ea typeface="+mn-lt"/>
                <a:cs typeface="+mn-lt"/>
              </a:rPr>
              <a:t>Low Voltage</a:t>
            </a:r>
            <a:r>
              <a:rPr lang="en-US" dirty="0">
                <a:ea typeface="+mn-lt"/>
                <a:cs typeface="+mn-lt"/>
              </a:rPr>
              <a:t> is like a nearly empty water tower. There is very little pressure, so it can only push a small amount of water.</a:t>
            </a:r>
          </a:p>
        </p:txBody>
      </p:sp>
    </p:spTree>
    <p:extLst>
      <p:ext uri="{BB962C8B-B14F-4D97-AF65-F5344CB8AC3E}">
        <p14:creationId xmlns:p14="http://schemas.microsoft.com/office/powerpoint/2010/main" val="3572347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10850-5132-7613-1584-CDBC0D47E17D}"/>
              </a:ext>
            </a:extLst>
          </p:cNvPr>
          <p:cNvSpPr>
            <a:spLocks noGrp="1"/>
          </p:cNvSpPr>
          <p:nvPr>
            <p:ph type="title"/>
          </p:nvPr>
        </p:nvSpPr>
        <p:spPr/>
        <p:txBody>
          <a:bodyPr/>
          <a:lstStyle/>
          <a:p>
            <a:r>
              <a:rPr lang="en-US" dirty="0">
                <a:ea typeface="+mj-lt"/>
                <a:cs typeface="+mj-lt"/>
              </a:rPr>
              <a:t>Where Does Voltage Come From? Sources of EMF</a:t>
            </a:r>
            <a:endParaRPr lang="en-US" dirty="0"/>
          </a:p>
        </p:txBody>
      </p:sp>
      <p:sp>
        <p:nvSpPr>
          <p:cNvPr id="3" name="Content Placeholder 2">
            <a:extLst>
              <a:ext uri="{FF2B5EF4-FFF2-40B4-BE49-F238E27FC236}">
                <a16:creationId xmlns:a16="http://schemas.microsoft.com/office/drawing/2014/main" id="{AF08F13B-F9B2-30AD-40EA-E241C4F77A6B}"/>
              </a:ext>
            </a:extLst>
          </p:cNvPr>
          <p:cNvSpPr>
            <a:spLocks noGrp="1"/>
          </p:cNvSpPr>
          <p:nvPr>
            <p:ph idx="1"/>
          </p:nvPr>
        </p:nvSpPr>
        <p:spPr/>
        <p:txBody>
          <a:bodyPr/>
          <a:lstStyle/>
          <a:p>
            <a:pPr marL="305435" indent="-305435">
              <a:buNone/>
            </a:pPr>
            <a:r>
              <a:rPr lang="en-US">
                <a:ea typeface="+mn-lt"/>
                <a:cs typeface="+mn-lt"/>
              </a:rPr>
              <a:t>Voltage is created by converting other forms of energy into electrical energy.</a:t>
            </a:r>
            <a:endParaRPr lang="en-US"/>
          </a:p>
          <a:p>
            <a:pPr marL="305435" indent="-305435">
              <a:buNone/>
            </a:pPr>
            <a:r>
              <a:rPr lang="en-US" b="1">
                <a:ea typeface="+mn-lt"/>
                <a:cs typeface="+mn-lt"/>
              </a:rPr>
              <a:t>1. Chemical Source: Cells &amp; Batteries</a:t>
            </a:r>
            <a:endParaRPr lang="en-US">
              <a:ea typeface="+mn-lt"/>
              <a:cs typeface="+mn-lt"/>
            </a:endParaRPr>
          </a:p>
          <a:p>
            <a:pPr marL="305435" indent="-305435">
              <a:buFont typeface="Wingdings 2"/>
            </a:pPr>
            <a:r>
              <a:rPr lang="en-US" b="1">
                <a:ea typeface="+mn-lt"/>
                <a:cs typeface="+mn-lt"/>
              </a:rPr>
              <a:t>How it works:</a:t>
            </a:r>
            <a:r>
              <a:rPr lang="en-US">
                <a:ea typeface="+mn-lt"/>
                <a:cs typeface="+mn-lt"/>
              </a:rPr>
              <a:t> A chemical reaction inside the cell creates a buildup of electrons at the negative terminal (-) and a shortage at the positive terminal (+), resulting in a voltage.</a:t>
            </a:r>
          </a:p>
          <a:p>
            <a:pPr marL="305435" indent="-305435">
              <a:buFont typeface="Wingdings 2"/>
            </a:pPr>
            <a:r>
              <a:rPr lang="en-US" b="1">
                <a:ea typeface="+mn-lt"/>
                <a:cs typeface="+mn-lt"/>
              </a:rPr>
              <a:t>Primary Cells:</a:t>
            </a:r>
            <a:r>
              <a:rPr lang="en-US">
                <a:ea typeface="+mn-lt"/>
                <a:cs typeface="+mn-lt"/>
              </a:rPr>
              <a:t> Non-rechargeable (e.g., standard AA, AAA batteries).</a:t>
            </a:r>
          </a:p>
          <a:p>
            <a:pPr marL="305435" indent="-305435">
              <a:buFont typeface="Wingdings 2"/>
            </a:pPr>
            <a:r>
              <a:rPr lang="en-US" b="1" dirty="0">
                <a:ea typeface="+mn-lt"/>
                <a:cs typeface="+mn-lt"/>
              </a:rPr>
              <a:t>Secondary Cells:</a:t>
            </a:r>
            <a:r>
              <a:rPr lang="en-US" dirty="0">
                <a:ea typeface="+mn-lt"/>
                <a:cs typeface="+mn-lt"/>
              </a:rPr>
              <a:t> Rechargeable (e.g., car batteries, phone batteries).</a:t>
            </a:r>
          </a:p>
        </p:txBody>
      </p:sp>
    </p:spTree>
    <p:extLst>
      <p:ext uri="{BB962C8B-B14F-4D97-AF65-F5344CB8AC3E}">
        <p14:creationId xmlns:p14="http://schemas.microsoft.com/office/powerpoint/2010/main" val="2073389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5E8E2-289C-4AFC-3DA0-87B0E3AFFDB1}"/>
              </a:ext>
            </a:extLst>
          </p:cNvPr>
          <p:cNvSpPr>
            <a:spLocks noGrp="1"/>
          </p:cNvSpPr>
          <p:nvPr>
            <p:ph type="title"/>
          </p:nvPr>
        </p:nvSpPr>
        <p:spPr/>
        <p:txBody>
          <a:bodyPr/>
          <a:lstStyle/>
          <a:p>
            <a:r>
              <a:rPr lang="en-US" dirty="0">
                <a:ea typeface="+mj-lt"/>
                <a:cs typeface="+mj-lt"/>
              </a:rPr>
              <a:t>Sources of EMF (Continued)</a:t>
            </a:r>
            <a:endParaRPr lang="en-US" dirty="0"/>
          </a:p>
        </p:txBody>
      </p:sp>
      <p:sp>
        <p:nvSpPr>
          <p:cNvPr id="3" name="Content Placeholder 2">
            <a:extLst>
              <a:ext uri="{FF2B5EF4-FFF2-40B4-BE49-F238E27FC236}">
                <a16:creationId xmlns:a16="http://schemas.microsoft.com/office/drawing/2014/main" id="{0EFEEB9A-B990-D429-758A-EED0B9D332B8}"/>
              </a:ext>
            </a:extLst>
          </p:cNvPr>
          <p:cNvSpPr>
            <a:spLocks noGrp="1"/>
          </p:cNvSpPr>
          <p:nvPr>
            <p:ph idx="1"/>
          </p:nvPr>
        </p:nvSpPr>
        <p:spPr/>
        <p:txBody>
          <a:bodyPr/>
          <a:lstStyle/>
          <a:p>
            <a:pPr marL="305435" indent="-305435">
              <a:buNone/>
            </a:pPr>
            <a:r>
              <a:rPr lang="en-US" b="1">
                <a:ea typeface="+mn-lt"/>
                <a:cs typeface="+mn-lt"/>
              </a:rPr>
              <a:t>2. Magnetic Source: Generators</a:t>
            </a:r>
            <a:endParaRPr lang="en-US">
              <a:ea typeface="+mn-lt"/>
              <a:cs typeface="+mn-lt"/>
            </a:endParaRPr>
          </a:p>
          <a:p>
            <a:pPr marL="305435" indent="-305435">
              <a:buFont typeface="Wingdings 2"/>
            </a:pPr>
            <a:r>
              <a:rPr lang="en-US" b="1">
                <a:ea typeface="+mn-lt"/>
                <a:cs typeface="+mn-lt"/>
              </a:rPr>
              <a:t>How it works:</a:t>
            </a:r>
            <a:r>
              <a:rPr lang="en-US">
                <a:ea typeface="+mn-lt"/>
                <a:cs typeface="+mn-lt"/>
              </a:rPr>
              <a:t> Based on the principle of </a:t>
            </a:r>
            <a:r>
              <a:rPr lang="en-US" b="1">
                <a:ea typeface="+mn-lt"/>
                <a:cs typeface="+mn-lt"/>
              </a:rPr>
              <a:t>electromagnetic induction</a:t>
            </a:r>
            <a:r>
              <a:rPr lang="en-US">
                <a:ea typeface="+mn-lt"/>
                <a:cs typeface="+mn-lt"/>
              </a:rPr>
              <a:t>. When a wire is moved through a magnetic field, a voltage is "induced" in the wire. This is how almost all the world's electricity is generated.</a:t>
            </a:r>
          </a:p>
          <a:p>
            <a:pPr marL="305435" indent="0">
              <a:buNone/>
            </a:pPr>
            <a:r>
              <a:rPr lang="en-US" b="1">
                <a:ea typeface="+mn-lt"/>
                <a:cs typeface="+mn-lt"/>
              </a:rPr>
              <a:t>3. Other Sources</a:t>
            </a:r>
            <a:endParaRPr lang="en-US">
              <a:ea typeface="+mn-lt"/>
              <a:cs typeface="+mn-lt"/>
            </a:endParaRPr>
          </a:p>
          <a:p>
            <a:pPr marL="305435" indent="-305435">
              <a:buFont typeface="Wingdings 2"/>
            </a:pPr>
            <a:r>
              <a:rPr lang="en-US" b="1">
                <a:ea typeface="+mn-lt"/>
                <a:cs typeface="+mn-lt"/>
              </a:rPr>
              <a:t>Thermal (Thermocouples):</a:t>
            </a:r>
            <a:r>
              <a:rPr lang="en-US">
                <a:ea typeface="+mn-lt"/>
                <a:cs typeface="+mn-lt"/>
              </a:rPr>
              <a:t> Heating a junction of two different metals creates a small voltage. Used for temperature sensors.</a:t>
            </a:r>
          </a:p>
          <a:p>
            <a:pPr marL="305435" indent="-305435">
              <a:buFont typeface="Wingdings 2"/>
            </a:pPr>
            <a:r>
              <a:rPr lang="en-US" b="1" dirty="0">
                <a:ea typeface="+mn-lt"/>
                <a:cs typeface="+mn-lt"/>
              </a:rPr>
              <a:t>Light (Photovoltaic Cells):</a:t>
            </a:r>
            <a:r>
              <a:rPr lang="en-US" dirty="0">
                <a:ea typeface="+mn-lt"/>
                <a:cs typeface="+mn-lt"/>
              </a:rPr>
              <a:t> Light striking a semiconductor material (like silicon) knocks electrons free, creating a voltage. This is how solar panels work.</a:t>
            </a:r>
          </a:p>
        </p:txBody>
      </p:sp>
    </p:spTree>
    <p:extLst>
      <p:ext uri="{BB962C8B-B14F-4D97-AF65-F5344CB8AC3E}">
        <p14:creationId xmlns:p14="http://schemas.microsoft.com/office/powerpoint/2010/main" val="1286051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3C2A8-C735-BA56-805D-F3A20A3D8BFA}"/>
              </a:ext>
            </a:extLst>
          </p:cNvPr>
          <p:cNvSpPr>
            <a:spLocks noGrp="1"/>
          </p:cNvSpPr>
          <p:nvPr>
            <p:ph type="title"/>
          </p:nvPr>
        </p:nvSpPr>
        <p:spPr/>
        <p:txBody>
          <a:bodyPr/>
          <a:lstStyle/>
          <a:p>
            <a:r>
              <a:rPr lang="en-US" dirty="0">
                <a:ea typeface="+mj-lt"/>
                <a:cs typeface="+mj-lt"/>
              </a:rPr>
              <a:t>Electric Current</a:t>
            </a:r>
            <a:endParaRPr lang="en-US" dirty="0"/>
          </a:p>
        </p:txBody>
      </p:sp>
      <p:sp>
        <p:nvSpPr>
          <p:cNvPr id="3" name="Content Placeholder 2">
            <a:extLst>
              <a:ext uri="{FF2B5EF4-FFF2-40B4-BE49-F238E27FC236}">
                <a16:creationId xmlns:a16="http://schemas.microsoft.com/office/drawing/2014/main" id="{EE1E3CFC-FB0E-E4C8-7651-C357DA0BDD53}"/>
              </a:ext>
            </a:extLst>
          </p:cNvPr>
          <p:cNvSpPr>
            <a:spLocks noGrp="1"/>
          </p:cNvSpPr>
          <p:nvPr>
            <p:ph idx="1"/>
          </p:nvPr>
        </p:nvSpPr>
        <p:spPr/>
        <p:txBody>
          <a:bodyPr/>
          <a:lstStyle/>
          <a:p>
            <a:pPr marL="305435" indent="-305435">
              <a:buFont typeface="Wingdings 2"/>
            </a:pPr>
            <a:r>
              <a:rPr lang="en-US" b="1">
                <a:ea typeface="+mn-lt"/>
                <a:cs typeface="+mn-lt"/>
              </a:rPr>
              <a:t>Definition:</a:t>
            </a:r>
            <a:r>
              <a:rPr lang="en-US">
                <a:ea typeface="+mn-lt"/>
                <a:cs typeface="+mn-lt"/>
              </a:rPr>
              <a:t> Electric Current is the rate of flow of electric charge through a conductor. It's the measure of how many electrons are moving past a point in a certain amount of time.</a:t>
            </a:r>
          </a:p>
          <a:p>
            <a:pPr marL="305435" indent="-305435">
              <a:buFont typeface="Wingdings 2"/>
            </a:pPr>
            <a:r>
              <a:rPr lang="en-US" b="1">
                <a:ea typeface="+mn-lt"/>
                <a:cs typeface="+mn-lt"/>
              </a:rPr>
              <a:t>Unit of Measurement:</a:t>
            </a:r>
            <a:r>
              <a:rPr lang="en-US">
                <a:ea typeface="+mn-lt"/>
                <a:cs typeface="+mn-lt"/>
              </a:rPr>
              <a:t> The </a:t>
            </a:r>
            <a:r>
              <a:rPr lang="en-US" b="1">
                <a:ea typeface="+mn-lt"/>
                <a:cs typeface="+mn-lt"/>
              </a:rPr>
              <a:t>Ampere (A)</a:t>
            </a:r>
            <a:r>
              <a:rPr lang="en-US">
                <a:ea typeface="+mn-lt"/>
                <a:cs typeface="+mn-lt"/>
              </a:rPr>
              <a:t>, often just called "Amps".</a:t>
            </a:r>
          </a:p>
          <a:p>
            <a:pPr marL="305435" indent="-305435">
              <a:buFont typeface="Wingdings 2"/>
            </a:pPr>
            <a:r>
              <a:rPr lang="en-US">
                <a:ea typeface="+mn-lt"/>
                <a:cs typeface="+mn-lt"/>
              </a:rPr>
              <a:t>The symbol for current in formulas is </a:t>
            </a:r>
            <a:r>
              <a:rPr lang="en-US" b="1">
                <a:ea typeface="+mn-lt"/>
                <a:cs typeface="+mn-lt"/>
              </a:rPr>
              <a:t>I</a:t>
            </a:r>
            <a:r>
              <a:rPr lang="en-US">
                <a:ea typeface="+mn-lt"/>
                <a:cs typeface="+mn-lt"/>
              </a:rPr>
              <a:t> (from the French </a:t>
            </a:r>
            <a:r>
              <a:rPr lang="en-US" i="1" err="1">
                <a:ea typeface="+mn-lt"/>
                <a:cs typeface="+mn-lt"/>
              </a:rPr>
              <a:t>intensité</a:t>
            </a:r>
            <a:r>
              <a:rPr lang="en-US" i="1">
                <a:ea typeface="+mn-lt"/>
                <a:cs typeface="+mn-lt"/>
              </a:rPr>
              <a:t> du courant</a:t>
            </a:r>
            <a:r>
              <a:rPr lang="en-US">
                <a:ea typeface="+mn-lt"/>
                <a:cs typeface="+mn-lt"/>
              </a:rPr>
              <a:t>).</a:t>
            </a:r>
          </a:p>
          <a:p>
            <a:pPr marL="305435" indent="0">
              <a:buNone/>
            </a:pPr>
            <a:r>
              <a:rPr lang="en-US" b="1" dirty="0">
                <a:ea typeface="+mn-lt"/>
                <a:cs typeface="+mn-lt"/>
              </a:rPr>
              <a:t>Current is what does the work in a circuit (e.g., lights a lamp, turns a motor).</a:t>
            </a:r>
            <a:endParaRPr lang="en-US" dirty="0">
              <a:ea typeface="+mn-lt"/>
              <a:cs typeface="+mn-lt"/>
            </a:endParaRPr>
          </a:p>
        </p:txBody>
      </p:sp>
    </p:spTree>
    <p:extLst>
      <p:ext uri="{BB962C8B-B14F-4D97-AF65-F5344CB8AC3E}">
        <p14:creationId xmlns:p14="http://schemas.microsoft.com/office/powerpoint/2010/main" val="38015048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5EBE5-1A5C-8274-2943-A1C0F25A5B00}"/>
              </a:ext>
            </a:extLst>
          </p:cNvPr>
          <p:cNvSpPr>
            <a:spLocks noGrp="1"/>
          </p:cNvSpPr>
          <p:nvPr>
            <p:ph type="title"/>
          </p:nvPr>
        </p:nvSpPr>
        <p:spPr/>
        <p:txBody>
          <a:bodyPr/>
          <a:lstStyle/>
          <a:p>
            <a:r>
              <a:rPr lang="en-US" dirty="0">
                <a:ea typeface="+mj-lt"/>
                <a:cs typeface="+mj-lt"/>
              </a:rPr>
              <a:t>Water Analogy: Current is Flow Rate</a:t>
            </a:r>
            <a:endParaRPr lang="en-US" dirty="0"/>
          </a:p>
        </p:txBody>
      </p:sp>
      <p:sp>
        <p:nvSpPr>
          <p:cNvPr id="3" name="Content Placeholder 2">
            <a:extLst>
              <a:ext uri="{FF2B5EF4-FFF2-40B4-BE49-F238E27FC236}">
                <a16:creationId xmlns:a16="http://schemas.microsoft.com/office/drawing/2014/main" id="{CCA5B418-B657-2C1E-EFBF-51A5CEA8DECF}"/>
              </a:ext>
            </a:extLst>
          </p:cNvPr>
          <p:cNvSpPr>
            <a:spLocks noGrp="1"/>
          </p:cNvSpPr>
          <p:nvPr>
            <p:ph idx="1"/>
          </p:nvPr>
        </p:nvSpPr>
        <p:spPr/>
        <p:txBody>
          <a:bodyPr/>
          <a:lstStyle/>
          <a:p>
            <a:pPr marL="305435" indent="-305435">
              <a:buFont typeface="Wingdings 2"/>
            </a:pPr>
            <a:r>
              <a:rPr lang="en-US" b="1" dirty="0">
                <a:ea typeface="+mn-lt"/>
                <a:cs typeface="+mn-lt"/>
              </a:rPr>
              <a:t>High Current</a:t>
            </a:r>
            <a:r>
              <a:rPr lang="en-US" dirty="0">
                <a:ea typeface="+mn-lt"/>
                <a:cs typeface="+mn-lt"/>
              </a:rPr>
              <a:t> is like a wide pipe with lots of water flowing through it (many </a:t>
            </a:r>
            <a:r>
              <a:rPr lang="en-US" dirty="0" err="1">
                <a:ea typeface="+mn-lt"/>
                <a:cs typeface="+mn-lt"/>
              </a:rPr>
              <a:t>litres</a:t>
            </a:r>
            <a:r>
              <a:rPr lang="en-US" dirty="0">
                <a:ea typeface="+mn-lt"/>
                <a:cs typeface="+mn-lt"/>
              </a:rPr>
              <a:t> per second).</a:t>
            </a:r>
          </a:p>
          <a:p>
            <a:pPr marL="305435" indent="-305435">
              <a:buFont typeface="Wingdings 2"/>
            </a:pPr>
            <a:r>
              <a:rPr lang="en-US" b="1" dirty="0">
                <a:ea typeface="+mn-lt"/>
                <a:cs typeface="+mn-lt"/>
              </a:rPr>
              <a:t>Low Current</a:t>
            </a:r>
            <a:r>
              <a:rPr lang="en-US" dirty="0">
                <a:ea typeface="+mn-lt"/>
                <a:cs typeface="+mn-lt"/>
              </a:rPr>
              <a:t> is like a narrow pipe with only a trickle of water flowing through it (few </a:t>
            </a:r>
            <a:r>
              <a:rPr lang="en-US" dirty="0" err="1">
                <a:ea typeface="+mn-lt"/>
                <a:cs typeface="+mn-lt"/>
              </a:rPr>
              <a:t>litres</a:t>
            </a:r>
            <a:r>
              <a:rPr lang="en-US" dirty="0">
                <a:ea typeface="+mn-lt"/>
                <a:cs typeface="+mn-lt"/>
              </a:rPr>
              <a:t> per second).</a:t>
            </a:r>
          </a:p>
        </p:txBody>
      </p:sp>
    </p:spTree>
    <p:extLst>
      <p:ext uri="{BB962C8B-B14F-4D97-AF65-F5344CB8AC3E}">
        <p14:creationId xmlns:p14="http://schemas.microsoft.com/office/powerpoint/2010/main" val="12736484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9C342-9433-8C3C-B947-9580C90777FA}"/>
              </a:ext>
            </a:extLst>
          </p:cNvPr>
          <p:cNvSpPr>
            <a:spLocks noGrp="1"/>
          </p:cNvSpPr>
          <p:nvPr>
            <p:ph type="title"/>
          </p:nvPr>
        </p:nvSpPr>
        <p:spPr/>
        <p:txBody>
          <a:bodyPr/>
          <a:lstStyle/>
          <a:p>
            <a:r>
              <a:rPr lang="en-US" dirty="0">
                <a:ea typeface="+mj-lt"/>
                <a:cs typeface="+mj-lt"/>
              </a:rPr>
              <a:t>The Relationship Between Current and Charge</a:t>
            </a:r>
            <a:endParaRPr lang="en-US" dirty="0"/>
          </a:p>
        </p:txBody>
      </p:sp>
      <p:sp>
        <p:nvSpPr>
          <p:cNvPr id="3" name="Content Placeholder 2">
            <a:extLst>
              <a:ext uri="{FF2B5EF4-FFF2-40B4-BE49-F238E27FC236}">
                <a16:creationId xmlns:a16="http://schemas.microsoft.com/office/drawing/2014/main" id="{8A613FA7-917F-5369-6C8C-70F32D2400A4}"/>
              </a:ext>
            </a:extLst>
          </p:cNvPr>
          <p:cNvSpPr>
            <a:spLocks noGrp="1"/>
          </p:cNvSpPr>
          <p:nvPr>
            <p:ph idx="1"/>
          </p:nvPr>
        </p:nvSpPr>
        <p:spPr/>
        <p:txBody>
          <a:bodyPr/>
          <a:lstStyle/>
          <a:p>
            <a:pPr marL="305435" indent="-305435">
              <a:buNone/>
            </a:pPr>
            <a:r>
              <a:rPr lang="en-US" dirty="0">
                <a:ea typeface="+mn-lt"/>
                <a:cs typeface="+mn-lt"/>
              </a:rPr>
              <a:t>Remember that charge (Q) is measured in Coulombs, and Current (I) is measured in Amps.</a:t>
            </a:r>
            <a:endParaRPr lang="en-US" dirty="0"/>
          </a:p>
          <a:p>
            <a:pPr marL="305435" indent="-305435">
              <a:buNone/>
            </a:pPr>
            <a:r>
              <a:rPr lang="en-US" b="1" dirty="0">
                <a:ea typeface="+mn-lt"/>
                <a:cs typeface="+mn-lt"/>
              </a:rPr>
              <a:t>1 Ampere is defined as 1 Coulomb of charge flowing past a point in 1 second.</a:t>
            </a:r>
            <a:endParaRPr lang="en-US" dirty="0">
              <a:ea typeface="+mn-lt"/>
              <a:cs typeface="+mn-lt"/>
            </a:endParaRPr>
          </a:p>
          <a:p>
            <a:pPr marL="305435" indent="-305435">
              <a:buNone/>
            </a:pPr>
            <a:r>
              <a:rPr lang="en-US" dirty="0">
                <a:ea typeface="+mn-lt"/>
                <a:cs typeface="+mn-lt"/>
              </a:rPr>
              <a:t>This gives us a very useful formula: </a:t>
            </a:r>
            <a:r>
              <a:rPr lang="en-US" b="1" dirty="0">
                <a:ea typeface="+mn-lt"/>
                <a:cs typeface="+mn-lt"/>
              </a:rPr>
              <a:t>Q = I x t</a:t>
            </a:r>
            <a:endParaRPr lang="en-US" dirty="0">
              <a:ea typeface="+mn-lt"/>
              <a:cs typeface="+mn-lt"/>
            </a:endParaRPr>
          </a:p>
          <a:p>
            <a:pPr marL="305435" indent="-305435">
              <a:buFont typeface="Wingdings 2"/>
            </a:pPr>
            <a:r>
              <a:rPr lang="en-US" b="1" dirty="0">
                <a:ea typeface="+mn-lt"/>
                <a:cs typeface="+mn-lt"/>
              </a:rPr>
              <a:t>Q</a:t>
            </a:r>
            <a:r>
              <a:rPr lang="en-US" dirty="0">
                <a:ea typeface="+mn-lt"/>
                <a:cs typeface="+mn-lt"/>
              </a:rPr>
              <a:t> = Quantity of Charge (in Coulombs)</a:t>
            </a:r>
          </a:p>
          <a:p>
            <a:pPr marL="305435" indent="-305435">
              <a:buFont typeface="Wingdings 2"/>
            </a:pPr>
            <a:r>
              <a:rPr lang="en-US" b="1" dirty="0">
                <a:ea typeface="+mn-lt"/>
                <a:cs typeface="+mn-lt"/>
              </a:rPr>
              <a:t>I</a:t>
            </a:r>
            <a:r>
              <a:rPr lang="en-US" dirty="0">
                <a:ea typeface="+mn-lt"/>
                <a:cs typeface="+mn-lt"/>
              </a:rPr>
              <a:t> = Current (in Amps)</a:t>
            </a:r>
          </a:p>
          <a:p>
            <a:pPr marL="305435" indent="-305435">
              <a:buFont typeface="Wingdings 2"/>
            </a:pPr>
            <a:r>
              <a:rPr lang="en-US" b="1" dirty="0">
                <a:ea typeface="+mn-lt"/>
                <a:cs typeface="+mn-lt"/>
              </a:rPr>
              <a:t>t</a:t>
            </a:r>
            <a:r>
              <a:rPr lang="en-US" dirty="0">
                <a:ea typeface="+mn-lt"/>
                <a:cs typeface="+mn-lt"/>
              </a:rPr>
              <a:t> = time (in </a:t>
            </a:r>
            <a:r>
              <a:rPr lang="en-US" b="1" dirty="0">
                <a:ea typeface="+mn-lt"/>
                <a:cs typeface="+mn-lt"/>
              </a:rPr>
              <a:t>seconds</a:t>
            </a:r>
            <a:r>
              <a:rPr lang="en-US" dirty="0">
                <a:ea typeface="+mn-lt"/>
                <a:cs typeface="+mn-lt"/>
              </a:rPr>
              <a:t>)</a:t>
            </a:r>
          </a:p>
        </p:txBody>
      </p:sp>
    </p:spTree>
    <p:extLst>
      <p:ext uri="{BB962C8B-B14F-4D97-AF65-F5344CB8AC3E}">
        <p14:creationId xmlns:p14="http://schemas.microsoft.com/office/powerpoint/2010/main" val="28054111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16FB-E4A6-D939-6DDD-103686C47203}"/>
              </a:ext>
            </a:extLst>
          </p:cNvPr>
          <p:cNvSpPr>
            <a:spLocks noGrp="1"/>
          </p:cNvSpPr>
          <p:nvPr>
            <p:ph type="title"/>
          </p:nvPr>
        </p:nvSpPr>
        <p:spPr/>
        <p:txBody>
          <a:bodyPr/>
          <a:lstStyle/>
          <a:p>
            <a:r>
              <a:rPr lang="en-US" dirty="0"/>
              <a:t>Calculation Practice</a:t>
            </a:r>
          </a:p>
        </p:txBody>
      </p:sp>
      <p:sp>
        <p:nvSpPr>
          <p:cNvPr id="3" name="Content Placeholder 2">
            <a:extLst>
              <a:ext uri="{FF2B5EF4-FFF2-40B4-BE49-F238E27FC236}">
                <a16:creationId xmlns:a16="http://schemas.microsoft.com/office/drawing/2014/main" id="{915D8F02-3CD3-9728-B756-3A43BBA43C51}"/>
              </a:ext>
            </a:extLst>
          </p:cNvPr>
          <p:cNvSpPr>
            <a:spLocks noGrp="1"/>
          </p:cNvSpPr>
          <p:nvPr>
            <p:ph sz="half" idx="1"/>
          </p:nvPr>
        </p:nvSpPr>
        <p:spPr>
          <a:ln>
            <a:solidFill>
              <a:schemeClr val="accent3"/>
            </a:solidFill>
          </a:ln>
        </p:spPr>
        <p:txBody>
          <a:bodyPr/>
          <a:lstStyle/>
          <a:p>
            <a:pPr marL="305435" indent="-305435">
              <a:buNone/>
            </a:pPr>
            <a:r>
              <a:rPr lang="en-US" b="1" dirty="0">
                <a:ea typeface="+mn-lt"/>
                <a:cs typeface="+mn-lt"/>
              </a:rPr>
              <a:t>Question 1:</a:t>
            </a:r>
            <a:r>
              <a:rPr lang="en-US" dirty="0">
                <a:ea typeface="+mn-lt"/>
                <a:cs typeface="+mn-lt"/>
              </a:rPr>
              <a:t> A current of 5 Amps flows through a lamp for 2 minutes. What quantity of electricity (charge) is transferred?</a:t>
            </a:r>
            <a:endParaRPr lang="en-US" dirty="0"/>
          </a:p>
          <a:p>
            <a:pPr marL="305435" indent="-305435">
              <a:buFont typeface="Wingdings 2"/>
            </a:pPr>
            <a:r>
              <a:rPr lang="en-US" b="1" dirty="0">
                <a:ea typeface="+mn-lt"/>
                <a:cs typeface="+mn-lt"/>
              </a:rPr>
              <a:t>Step 1:</a:t>
            </a:r>
            <a:r>
              <a:rPr lang="en-US" dirty="0">
                <a:ea typeface="+mn-lt"/>
                <a:cs typeface="+mn-lt"/>
              </a:rPr>
              <a:t> Convert time to seconds. 2 minutes x 60 = 120 seconds.</a:t>
            </a:r>
          </a:p>
          <a:p>
            <a:pPr marL="305435" indent="-305435">
              <a:buFont typeface="Wingdings 2"/>
            </a:pPr>
            <a:r>
              <a:rPr lang="en-US" b="1" dirty="0">
                <a:ea typeface="+mn-lt"/>
                <a:cs typeface="+mn-lt"/>
              </a:rPr>
              <a:t>Step 2:</a:t>
            </a:r>
            <a:r>
              <a:rPr lang="en-US" dirty="0">
                <a:ea typeface="+mn-lt"/>
                <a:cs typeface="+mn-lt"/>
              </a:rPr>
              <a:t> Use the formula Q = I x t.</a:t>
            </a:r>
          </a:p>
          <a:p>
            <a:pPr marL="305435" indent="-305435">
              <a:buFont typeface="Wingdings 2"/>
            </a:pPr>
            <a:r>
              <a:rPr lang="en-US" b="1" dirty="0">
                <a:ea typeface="+mn-lt"/>
                <a:cs typeface="+mn-lt"/>
              </a:rPr>
              <a:t>Step 3:</a:t>
            </a:r>
            <a:r>
              <a:rPr lang="en-US" dirty="0">
                <a:ea typeface="+mn-lt"/>
                <a:cs typeface="+mn-lt"/>
              </a:rPr>
              <a:t> Q = 5 A x 120 s</a:t>
            </a:r>
          </a:p>
          <a:p>
            <a:pPr marL="305435" indent="-305435">
              <a:buFont typeface="Wingdings 2"/>
            </a:pPr>
            <a:r>
              <a:rPr lang="en-US" b="1" dirty="0">
                <a:ea typeface="+mn-lt"/>
                <a:cs typeface="+mn-lt"/>
              </a:rPr>
              <a:t>Answer:</a:t>
            </a:r>
            <a:r>
              <a:rPr lang="en-US" dirty="0">
                <a:ea typeface="+mn-lt"/>
                <a:cs typeface="+mn-lt"/>
              </a:rPr>
              <a:t> Q = 600 C</a:t>
            </a:r>
          </a:p>
        </p:txBody>
      </p:sp>
      <p:sp>
        <p:nvSpPr>
          <p:cNvPr id="4" name="Content Placeholder 3">
            <a:extLst>
              <a:ext uri="{FF2B5EF4-FFF2-40B4-BE49-F238E27FC236}">
                <a16:creationId xmlns:a16="http://schemas.microsoft.com/office/drawing/2014/main" id="{CF433556-98E3-7D6E-A765-0DB52987BA38}"/>
              </a:ext>
            </a:extLst>
          </p:cNvPr>
          <p:cNvSpPr>
            <a:spLocks noGrp="1"/>
          </p:cNvSpPr>
          <p:nvPr>
            <p:ph sz="half" idx="2"/>
          </p:nvPr>
        </p:nvSpPr>
        <p:spPr>
          <a:ln>
            <a:solidFill>
              <a:schemeClr val="accent3"/>
            </a:solidFill>
          </a:ln>
        </p:spPr>
        <p:txBody>
          <a:bodyPr/>
          <a:lstStyle/>
          <a:p>
            <a:pPr marL="0" indent="0">
              <a:buNone/>
            </a:pPr>
            <a:r>
              <a:rPr lang="en-US" b="1">
                <a:ea typeface="+mn-lt"/>
                <a:cs typeface="+mn-lt"/>
              </a:rPr>
              <a:t>Question 2:</a:t>
            </a:r>
            <a:r>
              <a:rPr lang="en-US">
                <a:ea typeface="+mn-lt"/>
                <a:cs typeface="+mn-lt"/>
              </a:rPr>
              <a:t> If 540 Coulombs of charge passes through a point in 2 minutes, what is the current?</a:t>
            </a:r>
            <a:endParaRPr lang="en-US"/>
          </a:p>
          <a:p>
            <a:pPr marL="305435" indent="-305435"/>
            <a:r>
              <a:rPr lang="en-US" b="1" dirty="0">
                <a:ea typeface="+mn-lt"/>
                <a:cs typeface="+mn-lt"/>
              </a:rPr>
              <a:t>Step 1:</a:t>
            </a:r>
            <a:r>
              <a:rPr lang="en-US" dirty="0">
                <a:ea typeface="+mn-lt"/>
                <a:cs typeface="+mn-lt"/>
              </a:rPr>
              <a:t> Rearrange the formula: I = Q / t</a:t>
            </a:r>
            <a:endParaRPr lang="en-US" dirty="0"/>
          </a:p>
          <a:p>
            <a:pPr marL="305435" indent="-305435"/>
            <a:r>
              <a:rPr lang="en-US" b="1" dirty="0">
                <a:ea typeface="+mn-lt"/>
                <a:cs typeface="+mn-lt"/>
              </a:rPr>
              <a:t>Step 2:</a:t>
            </a:r>
            <a:r>
              <a:rPr lang="en-US" dirty="0">
                <a:ea typeface="+mn-lt"/>
                <a:cs typeface="+mn-lt"/>
              </a:rPr>
              <a:t> Time in seconds = 2 x 60 = 120 s</a:t>
            </a:r>
            <a:endParaRPr lang="en-US" dirty="0"/>
          </a:p>
          <a:p>
            <a:pPr marL="305435" indent="-305435"/>
            <a:r>
              <a:rPr lang="en-US" b="1" dirty="0">
                <a:ea typeface="+mn-lt"/>
                <a:cs typeface="+mn-lt"/>
              </a:rPr>
              <a:t>Step 3:</a:t>
            </a:r>
            <a:r>
              <a:rPr lang="en-US" dirty="0">
                <a:ea typeface="+mn-lt"/>
                <a:cs typeface="+mn-lt"/>
              </a:rPr>
              <a:t> I = 540 C / 120 s</a:t>
            </a:r>
            <a:endParaRPr lang="en-US" dirty="0"/>
          </a:p>
          <a:p>
            <a:pPr marL="305435" indent="-305435"/>
            <a:r>
              <a:rPr lang="en-US" b="1" dirty="0">
                <a:ea typeface="+mn-lt"/>
                <a:cs typeface="+mn-lt"/>
              </a:rPr>
              <a:t>Answer:</a:t>
            </a:r>
            <a:r>
              <a:rPr lang="en-US" dirty="0">
                <a:ea typeface="+mn-lt"/>
                <a:cs typeface="+mn-lt"/>
              </a:rPr>
              <a:t> I = 4.5 A</a:t>
            </a:r>
            <a:endParaRPr lang="en-US" dirty="0"/>
          </a:p>
          <a:p>
            <a:pPr marL="0" indent="0">
              <a:buNone/>
            </a:pPr>
            <a:endParaRPr lang="en-US" dirty="0"/>
          </a:p>
        </p:txBody>
      </p:sp>
    </p:spTree>
    <p:extLst>
      <p:ext uri="{BB962C8B-B14F-4D97-AF65-F5344CB8AC3E}">
        <p14:creationId xmlns:p14="http://schemas.microsoft.com/office/powerpoint/2010/main" val="42197439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13B59-4858-71E9-EBA9-61F17C5E8C05}"/>
              </a:ext>
            </a:extLst>
          </p:cNvPr>
          <p:cNvSpPr>
            <a:spLocks noGrp="1"/>
          </p:cNvSpPr>
          <p:nvPr>
            <p:ph type="title"/>
          </p:nvPr>
        </p:nvSpPr>
        <p:spPr/>
        <p:txBody>
          <a:bodyPr/>
          <a:lstStyle/>
          <a:p>
            <a:r>
              <a:rPr lang="en-US" dirty="0">
                <a:ea typeface="+mj-lt"/>
                <a:cs typeface="+mj-lt"/>
              </a:rPr>
              <a:t>Module 2: Electrical Quantities</a:t>
            </a:r>
            <a:endParaRPr lang="en-US" dirty="0"/>
          </a:p>
        </p:txBody>
      </p:sp>
      <p:sp>
        <p:nvSpPr>
          <p:cNvPr id="3" name="Content Placeholder 2">
            <a:extLst>
              <a:ext uri="{FF2B5EF4-FFF2-40B4-BE49-F238E27FC236}">
                <a16:creationId xmlns:a16="http://schemas.microsoft.com/office/drawing/2014/main" id="{514235E9-663B-7869-679C-CA4EEFBB3036}"/>
              </a:ext>
            </a:extLst>
          </p:cNvPr>
          <p:cNvSpPr>
            <a:spLocks noGrp="1"/>
          </p:cNvSpPr>
          <p:nvPr>
            <p:ph type="body" idx="1"/>
          </p:nvPr>
        </p:nvSpPr>
        <p:spPr/>
        <p:txBody>
          <a:bodyPr/>
          <a:lstStyle/>
          <a:p>
            <a:r>
              <a:rPr lang="en-US" dirty="0">
                <a:ea typeface="+mn-lt"/>
                <a:cs typeface="+mn-lt"/>
              </a:rPr>
              <a:t>Session 2.2: Resistance &amp; Current Flow</a:t>
            </a:r>
            <a:endParaRPr lang="en-US" dirty="0"/>
          </a:p>
        </p:txBody>
      </p:sp>
    </p:spTree>
    <p:extLst>
      <p:ext uri="{BB962C8B-B14F-4D97-AF65-F5344CB8AC3E}">
        <p14:creationId xmlns:p14="http://schemas.microsoft.com/office/powerpoint/2010/main" val="3470797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5D9E0-D675-5C53-BF5A-850219CA3AF2}"/>
              </a:ext>
            </a:extLst>
          </p:cNvPr>
          <p:cNvSpPr>
            <a:spLocks noGrp="1"/>
          </p:cNvSpPr>
          <p:nvPr>
            <p:ph type="title"/>
          </p:nvPr>
        </p:nvSpPr>
        <p:spPr/>
        <p:txBody>
          <a:bodyPr/>
          <a:lstStyle/>
          <a:p>
            <a:r>
              <a:rPr lang="en-US" dirty="0"/>
              <a:t>Conventional vs. Electron Flow</a:t>
            </a:r>
          </a:p>
        </p:txBody>
      </p:sp>
      <p:sp>
        <p:nvSpPr>
          <p:cNvPr id="3" name="Text Placeholder 2">
            <a:extLst>
              <a:ext uri="{FF2B5EF4-FFF2-40B4-BE49-F238E27FC236}">
                <a16:creationId xmlns:a16="http://schemas.microsoft.com/office/drawing/2014/main" id="{EEFD789C-E5CF-0CD9-9EF4-380108A332D2}"/>
              </a:ext>
            </a:extLst>
          </p:cNvPr>
          <p:cNvSpPr>
            <a:spLocks noGrp="1"/>
          </p:cNvSpPr>
          <p:nvPr>
            <p:ph idx="1"/>
          </p:nvPr>
        </p:nvSpPr>
        <p:spPr/>
        <p:txBody>
          <a:bodyPr/>
          <a:lstStyle/>
          <a:p>
            <a:pPr marL="305435" indent="-305435">
              <a:buNone/>
            </a:pPr>
            <a:r>
              <a:rPr lang="en-US" b="1" dirty="0">
                <a:ea typeface="+mn-lt"/>
                <a:cs typeface="+mn-lt"/>
              </a:rPr>
              <a:t>The Big Question:</a:t>
            </a:r>
            <a:r>
              <a:rPr lang="en-US" dirty="0">
                <a:ea typeface="+mn-lt"/>
                <a:cs typeface="+mn-lt"/>
              </a:rPr>
              <a:t> Which way does electricity </a:t>
            </a:r>
            <a:r>
              <a:rPr lang="en-US" i="1" dirty="0">
                <a:ea typeface="+mn-lt"/>
                <a:cs typeface="+mn-lt"/>
              </a:rPr>
              <a:t>actually</a:t>
            </a:r>
            <a:r>
              <a:rPr lang="en-US" dirty="0">
                <a:ea typeface="+mn-lt"/>
                <a:cs typeface="+mn-lt"/>
              </a:rPr>
              <a:t> flow?</a:t>
            </a:r>
            <a:endParaRPr lang="en-US" dirty="0"/>
          </a:p>
          <a:p>
            <a:pPr marL="305435" indent="-305435">
              <a:buNone/>
            </a:pPr>
            <a:r>
              <a:rPr lang="en-US" dirty="0">
                <a:ea typeface="+mn-lt"/>
                <a:cs typeface="+mn-lt"/>
              </a:rPr>
              <a:t>This is one of the most confusing topics for new apprentices, but it's simple once you understand the history. There are two "correct" answers:</a:t>
            </a:r>
            <a:endParaRPr lang="en-US" dirty="0"/>
          </a:p>
          <a:p>
            <a:pPr marL="305435" indent="-305435">
              <a:buFont typeface="Wingdings 2"/>
              <a:buChar char=""/>
            </a:pPr>
            <a:r>
              <a:rPr lang="en-US" b="1" dirty="0">
                <a:ea typeface="+mn-lt"/>
                <a:cs typeface="+mn-lt"/>
              </a:rPr>
              <a:t>Electron Flow:</a:t>
            </a:r>
            <a:r>
              <a:rPr lang="en-US" dirty="0">
                <a:ea typeface="+mn-lt"/>
                <a:cs typeface="+mn-lt"/>
              </a:rPr>
              <a:t> What is physically happening.</a:t>
            </a:r>
            <a:endParaRPr lang="en-US" dirty="0"/>
          </a:p>
          <a:p>
            <a:pPr marL="305435" indent="-305435">
              <a:buFont typeface="Wingdings 2"/>
              <a:buChar char=""/>
            </a:pPr>
            <a:r>
              <a:rPr lang="en-US" b="1" dirty="0">
                <a:ea typeface="+mn-lt"/>
                <a:cs typeface="+mn-lt"/>
              </a:rPr>
              <a:t>Conventional Flow:</a:t>
            </a:r>
            <a:r>
              <a:rPr lang="en-US" dirty="0">
                <a:ea typeface="+mn-lt"/>
                <a:cs typeface="+mn-lt"/>
              </a:rPr>
              <a:t> The standard used on all drawings and for all calculations.</a:t>
            </a:r>
            <a:endParaRPr lang="en-US" dirty="0"/>
          </a:p>
          <a:p>
            <a:pPr marL="305435" indent="0">
              <a:buNone/>
            </a:pPr>
            <a:r>
              <a:rPr lang="en-US" b="1" dirty="0">
                <a:ea typeface="+mn-lt"/>
                <a:cs typeface="+mn-lt"/>
              </a:rPr>
              <a:t>You MUST understand both.</a:t>
            </a:r>
            <a:endParaRPr lang="en-US" dirty="0"/>
          </a:p>
        </p:txBody>
      </p:sp>
    </p:spTree>
    <p:extLst>
      <p:ext uri="{BB962C8B-B14F-4D97-AF65-F5344CB8AC3E}">
        <p14:creationId xmlns:p14="http://schemas.microsoft.com/office/powerpoint/2010/main" val="3660528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CC2FD37-09C8-5DDC-0C86-62AEDDCB6401}"/>
              </a:ext>
            </a:extLst>
          </p:cNvPr>
          <p:cNvSpPr>
            <a:spLocks noGrp="1"/>
          </p:cNvSpPr>
          <p:nvPr>
            <p:ph type="title"/>
          </p:nvPr>
        </p:nvSpPr>
        <p:spPr>
          <a:xfrm>
            <a:off x="637120" y="702155"/>
            <a:ext cx="4929375" cy="1269713"/>
          </a:xfrm>
        </p:spPr>
        <p:txBody>
          <a:bodyPr>
            <a:normAutofit/>
          </a:bodyPr>
          <a:lstStyle/>
          <a:p>
            <a:pPr>
              <a:lnSpc>
                <a:spcPct val="90000"/>
              </a:lnSpc>
            </a:pPr>
            <a:r>
              <a:rPr lang="en-US" dirty="0">
                <a:ea typeface="+mj-lt"/>
                <a:cs typeface="+mj-lt"/>
              </a:rPr>
              <a:t>Electron Flow Theory (The Physical Reality)</a:t>
            </a:r>
            <a:endParaRPr lang="en-US"/>
          </a:p>
        </p:txBody>
      </p:sp>
      <p:sp>
        <p:nvSpPr>
          <p:cNvPr id="11" name="Rectangle 10">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86690B0C-5408-27A5-D8FC-C19F7DA5A29F}"/>
              </a:ext>
            </a:extLst>
          </p:cNvPr>
          <p:cNvSpPr>
            <a:spLocks noGrp="1"/>
          </p:cNvSpPr>
          <p:nvPr>
            <p:ph idx="1"/>
          </p:nvPr>
        </p:nvSpPr>
        <p:spPr>
          <a:xfrm>
            <a:off x="637120" y="2340864"/>
            <a:ext cx="5024625" cy="4056307"/>
          </a:xfrm>
        </p:spPr>
        <p:txBody>
          <a:bodyPr>
            <a:normAutofit/>
          </a:bodyPr>
          <a:lstStyle/>
          <a:p>
            <a:pPr marL="305435" indent="-305435">
              <a:lnSpc>
                <a:spcPct val="90000"/>
              </a:lnSpc>
              <a:buFont typeface="Wingdings 2"/>
            </a:pPr>
            <a:r>
              <a:rPr lang="en-US">
                <a:ea typeface="+mn-lt"/>
                <a:cs typeface="+mn-lt"/>
              </a:rPr>
              <a:t>We know that electrons are </a:t>
            </a:r>
            <a:r>
              <a:rPr lang="en-US" b="1">
                <a:ea typeface="+mn-lt"/>
                <a:cs typeface="+mn-lt"/>
              </a:rPr>
              <a:t>negatively</a:t>
            </a:r>
            <a:r>
              <a:rPr lang="en-US">
                <a:ea typeface="+mn-lt"/>
                <a:cs typeface="+mn-lt"/>
              </a:rPr>
              <a:t> charged particles.</a:t>
            </a:r>
          </a:p>
          <a:p>
            <a:pPr marL="305435" indent="-305435">
              <a:lnSpc>
                <a:spcPct val="90000"/>
              </a:lnSpc>
              <a:buFont typeface="Wingdings 2"/>
            </a:pPr>
            <a:r>
              <a:rPr lang="en-US">
                <a:ea typeface="+mn-lt"/>
                <a:cs typeface="+mn-lt"/>
              </a:rPr>
              <a:t>The negative terminal of a battery has a surplus of electrons.</a:t>
            </a:r>
          </a:p>
          <a:p>
            <a:pPr marL="305435" indent="-305435">
              <a:lnSpc>
                <a:spcPct val="90000"/>
              </a:lnSpc>
              <a:buFont typeface="Wingdings 2"/>
            </a:pPr>
            <a:r>
              <a:rPr lang="en-US">
                <a:ea typeface="+mn-lt"/>
                <a:cs typeface="+mn-lt"/>
              </a:rPr>
              <a:t>The positive terminal has a shortage of electrons.</a:t>
            </a:r>
          </a:p>
          <a:p>
            <a:pPr marL="305435" indent="-305435">
              <a:lnSpc>
                <a:spcPct val="90000"/>
              </a:lnSpc>
              <a:buFont typeface="Wingdings 2"/>
            </a:pPr>
            <a:r>
              <a:rPr lang="en-US">
                <a:ea typeface="+mn-lt"/>
                <a:cs typeface="+mn-lt"/>
              </a:rPr>
              <a:t>Based on the Law of Charges (opposites attract, likes repel), electrons are repelled from the negative terminal and attracted to the positive terminal.</a:t>
            </a:r>
          </a:p>
          <a:p>
            <a:pPr marL="305435" indent="0">
              <a:lnSpc>
                <a:spcPct val="90000"/>
              </a:lnSpc>
              <a:buNone/>
            </a:pPr>
            <a:r>
              <a:rPr lang="en-US" b="1">
                <a:ea typeface="+mn-lt"/>
                <a:cs typeface="+mn-lt"/>
              </a:rPr>
              <a:t>Therefore, electrons physically flow from NEGATIVE (-) to POSITIVE (+).</a:t>
            </a:r>
            <a:endParaRPr lang="en-US">
              <a:ea typeface="+mn-lt"/>
              <a:cs typeface="+mn-lt"/>
            </a:endParaRPr>
          </a:p>
        </p:txBody>
      </p:sp>
      <p:pic>
        <p:nvPicPr>
          <p:cNvPr id="4" name="Picture 3" descr="A diagram of a circuit&#10;&#10;AI-generated content may be incorrect.">
            <a:extLst>
              <a:ext uri="{FF2B5EF4-FFF2-40B4-BE49-F238E27FC236}">
                <a16:creationId xmlns:a16="http://schemas.microsoft.com/office/drawing/2014/main" id="{94B5B35F-4EA2-AF5D-F24A-2AB7F8BDFE64}"/>
              </a:ext>
            </a:extLst>
          </p:cNvPr>
          <p:cNvPicPr>
            <a:picLocks noChangeAspect="1"/>
          </p:cNvPicPr>
          <p:nvPr/>
        </p:nvPicPr>
        <p:blipFill>
          <a:blip r:embed="rId2"/>
          <a:stretch>
            <a:fillRect/>
          </a:stretch>
        </p:blipFill>
        <p:spPr>
          <a:xfrm>
            <a:off x="5960582" y="1144219"/>
            <a:ext cx="5836116" cy="4572500"/>
          </a:xfrm>
          <a:prstGeom prst="rect">
            <a:avLst/>
          </a:prstGeom>
          <a:ln>
            <a:noFill/>
          </a:ln>
        </p:spPr>
      </p:pic>
    </p:spTree>
    <p:extLst>
      <p:ext uri="{BB962C8B-B14F-4D97-AF65-F5344CB8AC3E}">
        <p14:creationId xmlns:p14="http://schemas.microsoft.com/office/powerpoint/2010/main" val="3192504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F605AD-1080-84A4-D300-06A92494F027}"/>
              </a:ext>
            </a:extLst>
          </p:cNvPr>
          <p:cNvSpPr>
            <a:spLocks noGrp="1"/>
          </p:cNvSpPr>
          <p:nvPr>
            <p:ph type="title"/>
          </p:nvPr>
        </p:nvSpPr>
        <p:spPr>
          <a:xfrm>
            <a:off x="672280" y="944752"/>
            <a:ext cx="4851051" cy="1462692"/>
          </a:xfrm>
        </p:spPr>
        <p:txBody>
          <a:bodyPr>
            <a:normAutofit/>
          </a:bodyPr>
          <a:lstStyle/>
          <a:p>
            <a:pPr>
              <a:lnSpc>
                <a:spcPct val="90000"/>
              </a:lnSpc>
            </a:pPr>
            <a:r>
              <a:rPr lang="en-US" sz="2400">
                <a:solidFill>
                  <a:schemeClr val="bg1">
                    <a:lumMod val="75000"/>
                    <a:lumOff val="25000"/>
                  </a:schemeClr>
                </a:solidFill>
                <a:ea typeface="+mj-lt"/>
                <a:cs typeface="+mj-lt"/>
              </a:rPr>
              <a:t>Conventional Current Theory (The Industry Standard)</a:t>
            </a:r>
            <a:endParaRPr lang="en-US" sz="2400">
              <a:solidFill>
                <a:schemeClr val="bg1">
                  <a:lumMod val="75000"/>
                  <a:lumOff val="25000"/>
                </a:schemeClr>
              </a:solidFill>
            </a:endParaRPr>
          </a:p>
        </p:txBody>
      </p:sp>
      <p:sp>
        <p:nvSpPr>
          <p:cNvPr id="11" name="Rectangle 10">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5" name="Rectangle 14">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DF31AAFA-CA6F-6A0E-1F9D-62D209F3A9D0}"/>
              </a:ext>
            </a:extLst>
          </p:cNvPr>
          <p:cNvSpPr>
            <a:spLocks noGrp="1"/>
          </p:cNvSpPr>
          <p:nvPr>
            <p:ph idx="1"/>
          </p:nvPr>
        </p:nvSpPr>
        <p:spPr>
          <a:xfrm>
            <a:off x="671513" y="2536031"/>
            <a:ext cx="5137640" cy="3862436"/>
          </a:xfrm>
        </p:spPr>
        <p:txBody>
          <a:bodyPr anchor="t">
            <a:normAutofit lnSpcReduction="10000"/>
          </a:bodyPr>
          <a:lstStyle/>
          <a:p>
            <a:pPr marL="305435" indent="-305435">
              <a:lnSpc>
                <a:spcPct val="90000"/>
              </a:lnSpc>
              <a:buFont typeface="Wingdings 2"/>
            </a:pPr>
            <a:r>
              <a:rPr lang="en-US">
                <a:solidFill>
                  <a:schemeClr val="bg1">
                    <a:lumMod val="75000"/>
                    <a:lumOff val="25000"/>
                  </a:schemeClr>
                </a:solidFill>
                <a:ea typeface="+mn-lt"/>
                <a:cs typeface="+mn-lt"/>
              </a:rPr>
              <a:t>Early scientists, like Benjamin Franklin, studied electricity before the electron was discovered.</a:t>
            </a:r>
          </a:p>
          <a:p>
            <a:pPr marL="305435" indent="-305435">
              <a:lnSpc>
                <a:spcPct val="90000"/>
              </a:lnSpc>
              <a:buFont typeface="Wingdings 2"/>
            </a:pPr>
            <a:r>
              <a:rPr lang="en-US">
                <a:solidFill>
                  <a:schemeClr val="bg1">
                    <a:lumMod val="75000"/>
                    <a:lumOff val="25000"/>
                  </a:schemeClr>
                </a:solidFill>
                <a:ea typeface="+mn-lt"/>
                <a:cs typeface="+mn-lt"/>
              </a:rPr>
              <a:t>They </a:t>
            </a:r>
            <a:r>
              <a:rPr lang="en-US" i="1">
                <a:solidFill>
                  <a:schemeClr val="bg1">
                    <a:lumMod val="75000"/>
                    <a:lumOff val="25000"/>
                  </a:schemeClr>
                </a:solidFill>
                <a:ea typeface="+mn-lt"/>
                <a:cs typeface="+mn-lt"/>
              </a:rPr>
              <a:t>assumed</a:t>
            </a:r>
            <a:r>
              <a:rPr lang="en-US">
                <a:solidFill>
                  <a:schemeClr val="bg1">
                    <a:lumMod val="75000"/>
                    <a:lumOff val="25000"/>
                  </a:schemeClr>
                </a:solidFill>
                <a:ea typeface="+mn-lt"/>
                <a:cs typeface="+mn-lt"/>
              </a:rPr>
              <a:t> that electricity was the flow of some kind of positive fluid.</a:t>
            </a:r>
          </a:p>
          <a:p>
            <a:pPr marL="305435" indent="-305435">
              <a:lnSpc>
                <a:spcPct val="90000"/>
              </a:lnSpc>
              <a:buFont typeface="Wingdings 2"/>
            </a:pPr>
            <a:r>
              <a:rPr lang="en-US">
                <a:solidFill>
                  <a:schemeClr val="bg1">
                    <a:lumMod val="75000"/>
                    <a:lumOff val="25000"/>
                  </a:schemeClr>
                </a:solidFill>
                <a:ea typeface="+mn-lt"/>
                <a:cs typeface="+mn-lt"/>
              </a:rPr>
              <a:t>Therefore, they established the convention that current flows from a point of high potential (+) to a point of low potential (-).</a:t>
            </a:r>
          </a:p>
          <a:p>
            <a:pPr marL="305435" indent="-305435">
              <a:lnSpc>
                <a:spcPct val="90000"/>
              </a:lnSpc>
              <a:buFont typeface="Wingdings 2"/>
            </a:pPr>
            <a:r>
              <a:rPr lang="en-US">
                <a:solidFill>
                  <a:schemeClr val="bg1">
                    <a:lumMod val="75000"/>
                    <a:lumOff val="25000"/>
                  </a:schemeClr>
                </a:solidFill>
                <a:ea typeface="+mn-lt"/>
                <a:cs typeface="+mn-lt"/>
              </a:rPr>
              <a:t>By the time the electron was discovered, this convention was already the standard for all diagrams and formulas worldwide. It was too late to change.</a:t>
            </a:r>
          </a:p>
          <a:p>
            <a:pPr marL="305435" indent="0">
              <a:lnSpc>
                <a:spcPct val="90000"/>
              </a:lnSpc>
              <a:buNone/>
            </a:pPr>
            <a:r>
              <a:rPr lang="en-US" b="1" dirty="0">
                <a:solidFill>
                  <a:schemeClr val="bg1">
                    <a:lumMod val="75000"/>
                    <a:lumOff val="25000"/>
                  </a:schemeClr>
                </a:solidFill>
                <a:ea typeface="+mn-lt"/>
                <a:cs typeface="+mn-lt"/>
              </a:rPr>
              <a:t>Therefore, for all electrical work, we assume current flows from POSITIVE (+) to NEGATIVE (-).</a:t>
            </a:r>
            <a:endParaRPr lang="en-US" dirty="0">
              <a:solidFill>
                <a:schemeClr val="bg1">
                  <a:lumMod val="75000"/>
                  <a:lumOff val="25000"/>
                </a:schemeClr>
              </a:solidFill>
              <a:ea typeface="+mn-lt"/>
              <a:cs typeface="+mn-lt"/>
            </a:endParaRPr>
          </a:p>
        </p:txBody>
      </p:sp>
      <p:pic>
        <p:nvPicPr>
          <p:cNvPr id="4" name="Picture 3" descr="A diagram of a circuit&#10;&#10;AI-generated content may be incorrect.">
            <a:extLst>
              <a:ext uri="{FF2B5EF4-FFF2-40B4-BE49-F238E27FC236}">
                <a16:creationId xmlns:a16="http://schemas.microsoft.com/office/drawing/2014/main" id="{4FBB72C2-211C-AEEB-1EBB-C6CBE6E143B0}"/>
              </a:ext>
            </a:extLst>
          </p:cNvPr>
          <p:cNvPicPr>
            <a:picLocks noChangeAspect="1"/>
          </p:cNvPicPr>
          <p:nvPr/>
        </p:nvPicPr>
        <p:blipFill>
          <a:blip r:embed="rId2"/>
          <a:srcRect t="248" r="2" b="2"/>
          <a:stretch>
            <a:fillRect/>
          </a:stretch>
        </p:blipFill>
        <p:spPr>
          <a:xfrm>
            <a:off x="5820259" y="1145486"/>
            <a:ext cx="5925208" cy="4564723"/>
          </a:xfrm>
          <a:prstGeom prst="rect">
            <a:avLst/>
          </a:prstGeom>
          <a:ln>
            <a:noFill/>
          </a:ln>
        </p:spPr>
      </p:pic>
    </p:spTree>
    <p:extLst>
      <p:ext uri="{BB962C8B-B14F-4D97-AF65-F5344CB8AC3E}">
        <p14:creationId xmlns:p14="http://schemas.microsoft.com/office/powerpoint/2010/main" val="2028164638"/>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9ABA1-6544-E1E0-7D9B-C89B0EBBECD1}"/>
              </a:ext>
            </a:extLst>
          </p:cNvPr>
          <p:cNvSpPr>
            <a:spLocks noGrp="1"/>
          </p:cNvSpPr>
          <p:nvPr>
            <p:ph type="title"/>
          </p:nvPr>
        </p:nvSpPr>
        <p:spPr/>
        <p:txBody>
          <a:bodyPr/>
          <a:lstStyle/>
          <a:p>
            <a:r>
              <a:rPr lang="en-US" dirty="0">
                <a:ea typeface="+mj-lt"/>
                <a:cs typeface="+mj-lt"/>
              </a:rPr>
              <a:t>Seeing Both Flows</a:t>
            </a:r>
            <a:endParaRPr lang="en-US" dirty="0"/>
          </a:p>
        </p:txBody>
      </p:sp>
      <p:sp>
        <p:nvSpPr>
          <p:cNvPr id="3" name="Content Placeholder 2">
            <a:extLst>
              <a:ext uri="{FF2B5EF4-FFF2-40B4-BE49-F238E27FC236}">
                <a16:creationId xmlns:a16="http://schemas.microsoft.com/office/drawing/2014/main" id="{0BCA0D1C-0BDE-9D1F-7F88-E87E682E889B}"/>
              </a:ext>
            </a:extLst>
          </p:cNvPr>
          <p:cNvSpPr>
            <a:spLocks noGrp="1"/>
          </p:cNvSpPr>
          <p:nvPr>
            <p:ph idx="1"/>
          </p:nvPr>
        </p:nvSpPr>
        <p:spPr/>
        <p:txBody>
          <a:bodyPr/>
          <a:lstStyle/>
          <a:p>
            <a:pPr marL="305435" indent="-305435">
              <a:buNone/>
            </a:pPr>
            <a:r>
              <a:rPr lang="en-US" b="1">
                <a:ea typeface="+mn-lt"/>
                <a:cs typeface="+mn-lt"/>
              </a:rPr>
              <a:t>Rule of Thumb:</a:t>
            </a:r>
            <a:endParaRPr lang="en-US">
              <a:ea typeface="+mn-lt"/>
              <a:cs typeface="+mn-lt"/>
            </a:endParaRPr>
          </a:p>
          <a:p>
            <a:pPr marL="305435" indent="-305435">
              <a:buFont typeface="Wingdings 2"/>
            </a:pPr>
            <a:r>
              <a:rPr lang="en-US">
                <a:ea typeface="+mn-lt"/>
                <a:cs typeface="+mn-lt"/>
              </a:rPr>
              <a:t>When you are thinking about physics and what is </a:t>
            </a:r>
            <a:r>
              <a:rPr lang="en-US" i="1">
                <a:ea typeface="+mn-lt"/>
                <a:cs typeface="+mn-lt"/>
              </a:rPr>
              <a:t>actually</a:t>
            </a:r>
            <a:r>
              <a:rPr lang="en-US">
                <a:ea typeface="+mn-lt"/>
                <a:cs typeface="+mn-lt"/>
              </a:rPr>
              <a:t> happening, think </a:t>
            </a:r>
            <a:r>
              <a:rPr lang="en-US" b="1">
                <a:ea typeface="+mn-lt"/>
                <a:cs typeface="+mn-lt"/>
              </a:rPr>
              <a:t>Electron Flow</a:t>
            </a:r>
            <a:r>
              <a:rPr lang="en-US">
                <a:ea typeface="+mn-lt"/>
                <a:cs typeface="+mn-lt"/>
              </a:rPr>
              <a:t>.</a:t>
            </a:r>
          </a:p>
          <a:p>
            <a:pPr marL="305435" indent="-305435">
              <a:buFont typeface="Wingdings 2"/>
            </a:pPr>
            <a:r>
              <a:rPr lang="en-US" dirty="0">
                <a:ea typeface="+mn-lt"/>
                <a:cs typeface="+mn-lt"/>
              </a:rPr>
              <a:t>When you are looking at a schematic, drawing a circuit, or doing calculations, you </a:t>
            </a:r>
            <a:r>
              <a:rPr lang="en-US" b="1" dirty="0">
                <a:ea typeface="+mn-lt"/>
                <a:cs typeface="+mn-lt"/>
              </a:rPr>
              <a:t>MUST</a:t>
            </a:r>
            <a:r>
              <a:rPr lang="en-US" dirty="0">
                <a:ea typeface="+mn-lt"/>
                <a:cs typeface="+mn-lt"/>
              </a:rPr>
              <a:t> use </a:t>
            </a:r>
            <a:r>
              <a:rPr lang="en-US" b="1" dirty="0">
                <a:ea typeface="+mn-lt"/>
                <a:cs typeface="+mn-lt"/>
              </a:rPr>
              <a:t>Conventional Flow</a:t>
            </a:r>
            <a:r>
              <a:rPr lang="en-US" dirty="0">
                <a:ea typeface="+mn-lt"/>
                <a:cs typeface="+mn-lt"/>
              </a:rPr>
              <a:t>.</a:t>
            </a:r>
          </a:p>
        </p:txBody>
      </p:sp>
    </p:spTree>
    <p:extLst>
      <p:ext uri="{BB962C8B-B14F-4D97-AF65-F5344CB8AC3E}">
        <p14:creationId xmlns:p14="http://schemas.microsoft.com/office/powerpoint/2010/main" val="37365049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C4554-4EAC-D71D-73D5-0667AA2499E3}"/>
              </a:ext>
            </a:extLst>
          </p:cNvPr>
          <p:cNvSpPr>
            <a:spLocks noGrp="1"/>
          </p:cNvSpPr>
          <p:nvPr>
            <p:ph type="title"/>
          </p:nvPr>
        </p:nvSpPr>
        <p:spPr/>
        <p:txBody>
          <a:bodyPr/>
          <a:lstStyle/>
          <a:p>
            <a:r>
              <a:rPr lang="en-US" dirty="0">
                <a:ea typeface="+mj-lt"/>
                <a:cs typeface="+mj-lt"/>
              </a:rPr>
              <a:t>Resistance</a:t>
            </a:r>
            <a:endParaRPr lang="en-US" dirty="0"/>
          </a:p>
        </p:txBody>
      </p:sp>
      <p:sp>
        <p:nvSpPr>
          <p:cNvPr id="3" name="Content Placeholder 2">
            <a:extLst>
              <a:ext uri="{FF2B5EF4-FFF2-40B4-BE49-F238E27FC236}">
                <a16:creationId xmlns:a16="http://schemas.microsoft.com/office/drawing/2014/main" id="{AFE3EEE8-CC6A-3EA5-EABF-FC96BEC7595C}"/>
              </a:ext>
            </a:extLst>
          </p:cNvPr>
          <p:cNvSpPr>
            <a:spLocks noGrp="1"/>
          </p:cNvSpPr>
          <p:nvPr>
            <p:ph idx="1"/>
          </p:nvPr>
        </p:nvSpPr>
        <p:spPr/>
        <p:txBody>
          <a:bodyPr/>
          <a:lstStyle/>
          <a:p>
            <a:pPr marL="305435" indent="-305435">
              <a:buFont typeface="Wingdings 2"/>
            </a:pPr>
            <a:r>
              <a:rPr lang="en-US" b="1">
                <a:ea typeface="+mn-lt"/>
                <a:cs typeface="+mn-lt"/>
              </a:rPr>
              <a:t>Definition:</a:t>
            </a:r>
            <a:r>
              <a:rPr lang="en-US">
                <a:ea typeface="+mn-lt"/>
                <a:cs typeface="+mn-lt"/>
              </a:rPr>
              <a:t> Resistance is the opposition to the flow of electric current.</a:t>
            </a:r>
          </a:p>
          <a:p>
            <a:pPr marL="305435" indent="-305435">
              <a:buFont typeface="Wingdings 2"/>
            </a:pPr>
            <a:r>
              <a:rPr lang="en-US">
                <a:ea typeface="+mn-lt"/>
                <a:cs typeface="+mn-lt"/>
              </a:rPr>
              <a:t>It's a measure of how difficult it is for electrons to pass through a material.</a:t>
            </a:r>
          </a:p>
          <a:p>
            <a:pPr marL="305435" indent="-305435">
              <a:buFont typeface="Wingdings 2"/>
            </a:pPr>
            <a:r>
              <a:rPr lang="en-US">
                <a:ea typeface="+mn-lt"/>
                <a:cs typeface="+mn-lt"/>
              </a:rPr>
              <a:t>Resistance converts electrical energy into heat energy.</a:t>
            </a:r>
          </a:p>
          <a:p>
            <a:pPr marL="305435" indent="-305435">
              <a:buFont typeface="Wingdings 2"/>
            </a:pPr>
            <a:r>
              <a:rPr lang="en-US" b="1">
                <a:ea typeface="+mn-lt"/>
                <a:cs typeface="+mn-lt"/>
              </a:rPr>
              <a:t>Unit of Measurement:</a:t>
            </a:r>
            <a:r>
              <a:rPr lang="en-US">
                <a:ea typeface="+mn-lt"/>
                <a:cs typeface="+mn-lt"/>
              </a:rPr>
              <a:t> The </a:t>
            </a:r>
            <a:r>
              <a:rPr lang="en-US" b="1">
                <a:ea typeface="+mn-lt"/>
                <a:cs typeface="+mn-lt"/>
              </a:rPr>
              <a:t>Ohm</a:t>
            </a:r>
            <a:r>
              <a:rPr lang="en-US">
                <a:ea typeface="+mn-lt"/>
                <a:cs typeface="+mn-lt"/>
              </a:rPr>
              <a:t>.</a:t>
            </a:r>
          </a:p>
          <a:p>
            <a:pPr marL="305435" indent="-305435">
              <a:buFont typeface="Wingdings 2"/>
            </a:pPr>
            <a:r>
              <a:rPr lang="en-US" b="1" dirty="0">
                <a:ea typeface="+mn-lt"/>
                <a:cs typeface="+mn-lt"/>
              </a:rPr>
              <a:t>Symbol:</a:t>
            </a:r>
            <a:r>
              <a:rPr lang="en-US" dirty="0">
                <a:ea typeface="+mn-lt"/>
                <a:cs typeface="+mn-lt"/>
              </a:rPr>
              <a:t> The Greek letter Omega (</a:t>
            </a:r>
            <a:r>
              <a:rPr lang="en-US" b="1" dirty="0">
                <a:ea typeface="+mn-lt"/>
                <a:cs typeface="+mn-lt"/>
              </a:rPr>
              <a:t>Ω</a:t>
            </a:r>
            <a:r>
              <a:rPr lang="en-US" dirty="0">
                <a:ea typeface="+mn-lt"/>
                <a:cs typeface="+mn-lt"/>
              </a:rPr>
              <a:t>).</a:t>
            </a:r>
          </a:p>
        </p:txBody>
      </p:sp>
    </p:spTree>
    <p:extLst>
      <p:ext uri="{BB962C8B-B14F-4D97-AF65-F5344CB8AC3E}">
        <p14:creationId xmlns:p14="http://schemas.microsoft.com/office/powerpoint/2010/main" val="22136967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D42A7-5722-F228-58F3-2263E232C7BA}"/>
              </a:ext>
            </a:extLst>
          </p:cNvPr>
          <p:cNvSpPr>
            <a:spLocks noGrp="1"/>
          </p:cNvSpPr>
          <p:nvPr>
            <p:ph type="title"/>
          </p:nvPr>
        </p:nvSpPr>
        <p:spPr/>
        <p:txBody>
          <a:bodyPr/>
          <a:lstStyle/>
          <a:p>
            <a:r>
              <a:rPr lang="en-US" dirty="0">
                <a:ea typeface="+mj-lt"/>
                <a:cs typeface="+mj-lt"/>
              </a:rPr>
              <a:t>Water Analogy: Resistance is Obstruction</a:t>
            </a:r>
            <a:endParaRPr lang="en-US" dirty="0"/>
          </a:p>
        </p:txBody>
      </p:sp>
      <p:sp>
        <p:nvSpPr>
          <p:cNvPr id="3" name="Content Placeholder 2">
            <a:extLst>
              <a:ext uri="{FF2B5EF4-FFF2-40B4-BE49-F238E27FC236}">
                <a16:creationId xmlns:a16="http://schemas.microsoft.com/office/drawing/2014/main" id="{BAA36B32-8751-18AB-9CCD-D182CA1C90DF}"/>
              </a:ext>
            </a:extLst>
          </p:cNvPr>
          <p:cNvSpPr>
            <a:spLocks noGrp="1"/>
          </p:cNvSpPr>
          <p:nvPr>
            <p:ph idx="1"/>
          </p:nvPr>
        </p:nvSpPr>
        <p:spPr/>
        <p:txBody>
          <a:bodyPr/>
          <a:lstStyle/>
          <a:p>
            <a:pPr marL="305435" indent="-305435">
              <a:buFont typeface="Wingdings 2"/>
            </a:pPr>
            <a:r>
              <a:rPr lang="en-US" b="1">
                <a:ea typeface="+mn-lt"/>
                <a:cs typeface="+mn-lt"/>
              </a:rPr>
              <a:t>Low Resistance</a:t>
            </a:r>
            <a:r>
              <a:rPr lang="en-US">
                <a:ea typeface="+mn-lt"/>
                <a:cs typeface="+mn-lt"/>
              </a:rPr>
              <a:t> is like a wide, clear pipe. Water flows through it easily.</a:t>
            </a:r>
          </a:p>
          <a:p>
            <a:pPr marL="305435" indent="-305435">
              <a:buFont typeface="Wingdings 2"/>
            </a:pPr>
            <a:r>
              <a:rPr lang="en-US" b="1" dirty="0">
                <a:ea typeface="+mn-lt"/>
                <a:cs typeface="+mn-lt"/>
              </a:rPr>
              <a:t>High Resistance</a:t>
            </a:r>
            <a:r>
              <a:rPr lang="en-US" dirty="0">
                <a:ea typeface="+mn-lt"/>
                <a:cs typeface="+mn-lt"/>
              </a:rPr>
              <a:t> is like a narrow, rusty, or blocked pipe. It's very difficult to push water through it.</a:t>
            </a:r>
          </a:p>
        </p:txBody>
      </p:sp>
    </p:spTree>
    <p:extLst>
      <p:ext uri="{BB962C8B-B14F-4D97-AF65-F5344CB8AC3E}">
        <p14:creationId xmlns:p14="http://schemas.microsoft.com/office/powerpoint/2010/main" val="34721060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C442-2C0B-5087-52AF-AF95D25D5F9B}"/>
              </a:ext>
            </a:extLst>
          </p:cNvPr>
          <p:cNvSpPr>
            <a:spLocks noGrp="1"/>
          </p:cNvSpPr>
          <p:nvPr>
            <p:ph type="title"/>
          </p:nvPr>
        </p:nvSpPr>
        <p:spPr/>
        <p:txBody>
          <a:bodyPr/>
          <a:lstStyle/>
          <a:p>
            <a:r>
              <a:rPr lang="en-US" dirty="0">
                <a:ea typeface="+mj-lt"/>
                <a:cs typeface="+mj-lt"/>
              </a:rPr>
              <a:t>Four Factors Affecting Resistance</a:t>
            </a:r>
            <a:endParaRPr lang="en-US" dirty="0"/>
          </a:p>
        </p:txBody>
      </p:sp>
      <p:sp>
        <p:nvSpPr>
          <p:cNvPr id="3" name="Content Placeholder 2">
            <a:extLst>
              <a:ext uri="{FF2B5EF4-FFF2-40B4-BE49-F238E27FC236}">
                <a16:creationId xmlns:a16="http://schemas.microsoft.com/office/drawing/2014/main" id="{9A8065C2-4FCA-F268-971F-9AFF93200FA6}"/>
              </a:ext>
            </a:extLst>
          </p:cNvPr>
          <p:cNvSpPr>
            <a:spLocks noGrp="1"/>
          </p:cNvSpPr>
          <p:nvPr>
            <p:ph idx="1"/>
          </p:nvPr>
        </p:nvSpPr>
        <p:spPr/>
        <p:txBody>
          <a:bodyPr/>
          <a:lstStyle/>
          <a:p>
            <a:pPr marL="305435" indent="-305435">
              <a:buNone/>
            </a:pPr>
            <a:r>
              <a:rPr lang="en-US">
                <a:ea typeface="+mn-lt"/>
                <a:cs typeface="+mn-lt"/>
              </a:rPr>
              <a:t>The resistance of a conductor depends on four key factors:</a:t>
            </a:r>
            <a:endParaRPr lang="en-US"/>
          </a:p>
          <a:p>
            <a:pPr marL="305435" indent="-305435">
              <a:buFont typeface="Wingdings 2"/>
            </a:pPr>
            <a:r>
              <a:rPr lang="en-US" b="1">
                <a:ea typeface="+mn-lt"/>
                <a:cs typeface="+mn-lt"/>
              </a:rPr>
              <a:t>Length</a:t>
            </a:r>
            <a:endParaRPr lang="en-US">
              <a:ea typeface="+mn-lt"/>
              <a:cs typeface="+mn-lt"/>
            </a:endParaRPr>
          </a:p>
          <a:p>
            <a:pPr marL="305435" indent="-305435">
              <a:buFont typeface="Wingdings 2"/>
            </a:pPr>
            <a:r>
              <a:rPr lang="en-US" b="1">
                <a:ea typeface="+mn-lt"/>
                <a:cs typeface="+mn-lt"/>
              </a:rPr>
              <a:t>Cross-Sectional Area (Thickness)</a:t>
            </a:r>
            <a:endParaRPr lang="en-US">
              <a:ea typeface="+mn-lt"/>
              <a:cs typeface="+mn-lt"/>
            </a:endParaRPr>
          </a:p>
          <a:p>
            <a:pPr marL="305435" indent="-305435">
              <a:buFont typeface="Wingdings 2"/>
            </a:pPr>
            <a:r>
              <a:rPr lang="en-US" b="1">
                <a:ea typeface="+mn-lt"/>
                <a:cs typeface="+mn-lt"/>
              </a:rPr>
              <a:t>Material Type (Resistivity)</a:t>
            </a:r>
            <a:endParaRPr lang="en-US">
              <a:ea typeface="+mn-lt"/>
              <a:cs typeface="+mn-lt"/>
            </a:endParaRPr>
          </a:p>
          <a:p>
            <a:pPr marL="305435" indent="-305435">
              <a:buFont typeface="Wingdings 2"/>
            </a:pPr>
            <a:r>
              <a:rPr lang="en-US" b="1">
                <a:ea typeface="+mn-lt"/>
                <a:cs typeface="+mn-lt"/>
              </a:rPr>
              <a:t>Temperature</a:t>
            </a:r>
            <a:endParaRPr lang="en-US">
              <a:ea typeface="+mn-lt"/>
              <a:cs typeface="+mn-lt"/>
            </a:endParaRPr>
          </a:p>
          <a:p>
            <a:pPr marL="305435" indent="0">
              <a:buNone/>
            </a:pPr>
            <a:r>
              <a:rPr lang="en-US" dirty="0">
                <a:ea typeface="+mn-lt"/>
                <a:cs typeface="+mn-lt"/>
              </a:rPr>
              <a:t>Let's look at each one.</a:t>
            </a:r>
          </a:p>
        </p:txBody>
      </p:sp>
    </p:spTree>
    <p:extLst>
      <p:ext uri="{BB962C8B-B14F-4D97-AF65-F5344CB8AC3E}">
        <p14:creationId xmlns:p14="http://schemas.microsoft.com/office/powerpoint/2010/main" val="13629227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D3D64-1969-6061-438B-415A1F9B07F1}"/>
              </a:ext>
            </a:extLst>
          </p:cNvPr>
          <p:cNvSpPr>
            <a:spLocks noGrp="1"/>
          </p:cNvSpPr>
          <p:nvPr>
            <p:ph type="title"/>
          </p:nvPr>
        </p:nvSpPr>
        <p:spPr/>
        <p:txBody>
          <a:bodyPr/>
          <a:lstStyle/>
          <a:p>
            <a:r>
              <a:rPr lang="en-US" dirty="0">
                <a:ea typeface="+mj-lt"/>
                <a:cs typeface="+mj-lt"/>
              </a:rPr>
              <a:t>Factor 1: Length</a:t>
            </a:r>
            <a:endParaRPr lang="en-US" dirty="0"/>
          </a:p>
        </p:txBody>
      </p:sp>
      <p:sp>
        <p:nvSpPr>
          <p:cNvPr id="3" name="Content Placeholder 2">
            <a:extLst>
              <a:ext uri="{FF2B5EF4-FFF2-40B4-BE49-F238E27FC236}">
                <a16:creationId xmlns:a16="http://schemas.microsoft.com/office/drawing/2014/main" id="{03730E11-F4B5-E2AF-1B53-5329706786C9}"/>
              </a:ext>
            </a:extLst>
          </p:cNvPr>
          <p:cNvSpPr>
            <a:spLocks noGrp="1"/>
          </p:cNvSpPr>
          <p:nvPr>
            <p:ph idx="1"/>
          </p:nvPr>
        </p:nvSpPr>
        <p:spPr/>
        <p:txBody>
          <a:bodyPr/>
          <a:lstStyle/>
          <a:p>
            <a:pPr marL="305435" indent="-305435">
              <a:buNone/>
            </a:pPr>
            <a:r>
              <a:rPr lang="en-US" b="1">
                <a:ea typeface="+mn-lt"/>
                <a:cs typeface="+mn-lt"/>
              </a:rPr>
              <a:t>The longer a conductor, the higher its resistance.</a:t>
            </a:r>
            <a:endParaRPr lang="en-US">
              <a:ea typeface="+mn-lt"/>
              <a:cs typeface="+mn-lt"/>
            </a:endParaRPr>
          </a:p>
          <a:p>
            <a:pPr marL="305435" indent="-305435">
              <a:buFont typeface="Wingdings 2"/>
            </a:pPr>
            <a:r>
              <a:rPr lang="en-US" b="1">
                <a:ea typeface="+mn-lt"/>
                <a:cs typeface="+mn-lt"/>
              </a:rPr>
              <a:t>Analogy:</a:t>
            </a:r>
            <a:r>
              <a:rPr lang="en-US">
                <a:ea typeface="+mn-lt"/>
                <a:cs typeface="+mn-lt"/>
              </a:rPr>
              <a:t> It's harder to push water through a very long hose than a short one because of the increased friction.</a:t>
            </a:r>
          </a:p>
          <a:p>
            <a:pPr marL="305435" indent="-305435">
              <a:buFont typeface="Wingdings 2"/>
            </a:pPr>
            <a:r>
              <a:rPr lang="en-US" b="1">
                <a:ea typeface="+mn-lt"/>
                <a:cs typeface="+mn-lt"/>
              </a:rPr>
              <a:t>Reason:</a:t>
            </a:r>
            <a:r>
              <a:rPr lang="en-US">
                <a:ea typeface="+mn-lt"/>
                <a:cs typeface="+mn-lt"/>
              </a:rPr>
              <a:t> A longer wire means the electrons have to travel past more atoms, and each collision with an atom causes opposition.</a:t>
            </a:r>
          </a:p>
          <a:p>
            <a:pPr marL="305435" indent="0">
              <a:buNone/>
            </a:pPr>
            <a:r>
              <a:rPr lang="en-US" b="1" dirty="0">
                <a:ea typeface="+mn-lt"/>
                <a:cs typeface="+mn-lt"/>
              </a:rPr>
              <a:t>Resistance is directly proportional to length.</a:t>
            </a:r>
            <a:r>
              <a:rPr lang="en-US" dirty="0">
                <a:ea typeface="+mn-lt"/>
                <a:cs typeface="+mn-lt"/>
              </a:rPr>
              <a:t> (If you double the length, you double the resistance).</a:t>
            </a:r>
          </a:p>
        </p:txBody>
      </p:sp>
    </p:spTree>
    <p:extLst>
      <p:ext uri="{BB962C8B-B14F-4D97-AF65-F5344CB8AC3E}">
        <p14:creationId xmlns:p14="http://schemas.microsoft.com/office/powerpoint/2010/main" val="17277858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75DBE-18FD-8AFC-9520-07DCC4769170}"/>
              </a:ext>
            </a:extLst>
          </p:cNvPr>
          <p:cNvSpPr>
            <a:spLocks noGrp="1"/>
          </p:cNvSpPr>
          <p:nvPr>
            <p:ph type="title"/>
          </p:nvPr>
        </p:nvSpPr>
        <p:spPr/>
        <p:txBody>
          <a:bodyPr/>
          <a:lstStyle/>
          <a:p>
            <a:r>
              <a:rPr lang="en-US" dirty="0">
                <a:ea typeface="+mj-lt"/>
                <a:cs typeface="+mj-lt"/>
              </a:rPr>
              <a:t>Factor 2: Cross-Sectional Area (C.S.A)</a:t>
            </a:r>
            <a:endParaRPr lang="en-US" dirty="0"/>
          </a:p>
        </p:txBody>
      </p:sp>
      <p:sp>
        <p:nvSpPr>
          <p:cNvPr id="3" name="Content Placeholder 2">
            <a:extLst>
              <a:ext uri="{FF2B5EF4-FFF2-40B4-BE49-F238E27FC236}">
                <a16:creationId xmlns:a16="http://schemas.microsoft.com/office/drawing/2014/main" id="{BC09CB09-7152-42A7-5C0F-6F7C2CA49D35}"/>
              </a:ext>
            </a:extLst>
          </p:cNvPr>
          <p:cNvSpPr>
            <a:spLocks noGrp="1"/>
          </p:cNvSpPr>
          <p:nvPr>
            <p:ph idx="1"/>
          </p:nvPr>
        </p:nvSpPr>
        <p:spPr/>
        <p:txBody>
          <a:bodyPr/>
          <a:lstStyle/>
          <a:p>
            <a:pPr>
              <a:buNone/>
            </a:pPr>
            <a:r>
              <a:rPr lang="en-US" b="1" dirty="0">
                <a:ea typeface="+mn-lt"/>
                <a:cs typeface="+mn-lt"/>
              </a:rPr>
              <a:t>The thicker a conductor, the lower its resistance.</a:t>
            </a:r>
            <a:endParaRPr lang="en-US"/>
          </a:p>
          <a:p>
            <a:pPr marL="305435" indent="-305435">
              <a:buFont typeface="Wingdings 2"/>
              <a:buChar char=""/>
            </a:pPr>
            <a:r>
              <a:rPr lang="en-US" b="1" dirty="0">
                <a:ea typeface="+mn-lt"/>
                <a:cs typeface="+mn-lt"/>
              </a:rPr>
              <a:t>Analogy:</a:t>
            </a:r>
            <a:r>
              <a:rPr lang="en-US" dirty="0">
                <a:ea typeface="+mn-lt"/>
                <a:cs typeface="+mn-lt"/>
              </a:rPr>
              <a:t> A wide fire hose has less resistance to water flow than a narrow garden hose.</a:t>
            </a:r>
            <a:endParaRPr lang="en-US"/>
          </a:p>
          <a:p>
            <a:pPr marL="305435" indent="-305435">
              <a:buFont typeface="Wingdings 2"/>
              <a:buChar char=""/>
            </a:pPr>
            <a:r>
              <a:rPr lang="en-US" b="1" dirty="0">
                <a:ea typeface="+mn-lt"/>
                <a:cs typeface="+mn-lt"/>
              </a:rPr>
              <a:t>Reason:</a:t>
            </a:r>
            <a:r>
              <a:rPr lang="en-US" dirty="0">
                <a:ea typeface="+mn-lt"/>
                <a:cs typeface="+mn-lt"/>
              </a:rPr>
              <a:t> A thicker wire provides more available paths for the electrons to flow through.</a:t>
            </a:r>
            <a:endParaRPr lang="en-US"/>
          </a:p>
          <a:p>
            <a:pPr indent="0">
              <a:buNone/>
            </a:pPr>
            <a:r>
              <a:rPr lang="en-US" b="1" dirty="0">
                <a:ea typeface="+mn-lt"/>
                <a:cs typeface="+mn-lt"/>
              </a:rPr>
              <a:t>Resistance is inversely proportional to cross-sectional area.</a:t>
            </a:r>
            <a:r>
              <a:rPr lang="en-US" dirty="0">
                <a:ea typeface="+mn-lt"/>
                <a:cs typeface="+mn-lt"/>
              </a:rPr>
              <a:t> (If you double the area, you halve the resistance).</a:t>
            </a:r>
            <a:endParaRPr lang="en-US"/>
          </a:p>
          <a:p>
            <a:pPr marL="0" indent="0">
              <a:buNone/>
            </a:pPr>
            <a:endParaRPr lang="en-US" dirty="0"/>
          </a:p>
        </p:txBody>
      </p:sp>
    </p:spTree>
    <p:extLst>
      <p:ext uri="{BB962C8B-B14F-4D97-AF65-F5344CB8AC3E}">
        <p14:creationId xmlns:p14="http://schemas.microsoft.com/office/powerpoint/2010/main" val="2702119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FB474-0741-5B59-C672-EF0175D0D150}"/>
              </a:ext>
            </a:extLst>
          </p:cNvPr>
          <p:cNvSpPr>
            <a:spLocks noGrp="1"/>
          </p:cNvSpPr>
          <p:nvPr>
            <p:ph type="title"/>
          </p:nvPr>
        </p:nvSpPr>
        <p:spPr/>
        <p:txBody>
          <a:bodyPr/>
          <a:lstStyle/>
          <a:p>
            <a:r>
              <a:rPr lang="en-US" dirty="0">
                <a:ea typeface="+mj-lt"/>
                <a:cs typeface="+mj-lt"/>
              </a:rPr>
              <a:t>Factor 3: Material Type (Resistivity)</a:t>
            </a:r>
            <a:endParaRPr lang="en-US" dirty="0"/>
          </a:p>
        </p:txBody>
      </p:sp>
      <p:sp>
        <p:nvSpPr>
          <p:cNvPr id="3" name="Content Placeholder 2">
            <a:extLst>
              <a:ext uri="{FF2B5EF4-FFF2-40B4-BE49-F238E27FC236}">
                <a16:creationId xmlns:a16="http://schemas.microsoft.com/office/drawing/2014/main" id="{D094CE8B-337B-2E0F-F60E-6A053B952448}"/>
              </a:ext>
            </a:extLst>
          </p:cNvPr>
          <p:cNvSpPr>
            <a:spLocks noGrp="1"/>
          </p:cNvSpPr>
          <p:nvPr>
            <p:ph idx="1"/>
          </p:nvPr>
        </p:nvSpPr>
        <p:spPr/>
        <p:txBody>
          <a:bodyPr/>
          <a:lstStyle/>
          <a:p>
            <a:pPr marL="305435" indent="-305435">
              <a:buNone/>
            </a:pPr>
            <a:r>
              <a:rPr lang="en-US" b="1" dirty="0">
                <a:ea typeface="+mn-lt"/>
                <a:cs typeface="+mn-lt"/>
              </a:rPr>
              <a:t>Every material has its own natural, built-in opposition to current flow. This property is called resistivity.</a:t>
            </a:r>
            <a:endParaRPr lang="en-US" dirty="0"/>
          </a:p>
          <a:p>
            <a:pPr marL="305435" indent="-305435">
              <a:buFont typeface="Wingdings 2"/>
              <a:buChar char=""/>
            </a:pPr>
            <a:r>
              <a:rPr lang="en-US" dirty="0">
                <a:ea typeface="+mn-lt"/>
                <a:cs typeface="+mn-lt"/>
              </a:rPr>
              <a:t>As we learned in Module 1, conductors have very low resistivity.</a:t>
            </a:r>
            <a:endParaRPr lang="en-US" dirty="0"/>
          </a:p>
          <a:p>
            <a:pPr marL="305435" indent="-305435">
              <a:buFont typeface="Wingdings 2"/>
              <a:buChar char=""/>
            </a:pPr>
            <a:r>
              <a:rPr lang="en-US" dirty="0">
                <a:ea typeface="+mn-lt"/>
                <a:cs typeface="+mn-lt"/>
              </a:rPr>
              <a:t>Insulators have very high resistivity.</a:t>
            </a:r>
            <a:endParaRPr lang="en-US" dirty="0"/>
          </a:p>
          <a:p>
            <a:pPr marL="305435" indent="0">
              <a:buNone/>
            </a:pPr>
            <a:r>
              <a:rPr lang="en-US" b="1" dirty="0">
                <a:ea typeface="+mn-lt"/>
                <a:cs typeface="+mn-lt"/>
              </a:rPr>
              <a:t>Example Resistivity (at 20°C):</a:t>
            </a:r>
            <a:endParaRPr lang="en-US" dirty="0"/>
          </a:p>
          <a:p>
            <a:pPr marL="305435" indent="-305435">
              <a:buFont typeface="Wingdings 2"/>
              <a:buChar char=""/>
            </a:pPr>
            <a:r>
              <a:rPr lang="en-US" b="1" dirty="0">
                <a:ea typeface="+mn-lt"/>
                <a:cs typeface="+mn-lt"/>
              </a:rPr>
              <a:t>Copper:</a:t>
            </a:r>
            <a:r>
              <a:rPr lang="en-US" dirty="0">
                <a:ea typeface="+mn-lt"/>
                <a:cs typeface="+mn-lt"/>
              </a:rPr>
              <a:t> 1.68 x10</a:t>
            </a:r>
            <a:r>
              <a:rPr lang="en-US" baseline="30000" dirty="0">
                <a:ea typeface="+mn-lt"/>
                <a:cs typeface="+mn-lt"/>
              </a:rPr>
              <a:t>−8</a:t>
            </a:r>
            <a:r>
              <a:rPr lang="en-US" dirty="0">
                <a:ea typeface="+mn-lt"/>
                <a:cs typeface="+mn-lt"/>
              </a:rPr>
              <a:t> </a:t>
            </a:r>
            <a:r>
              <a:rPr lang="en-US" err="1">
                <a:ea typeface="+mn-lt"/>
                <a:cs typeface="+mn-lt"/>
              </a:rPr>
              <a:t>Ω·m</a:t>
            </a:r>
            <a:r>
              <a:rPr lang="en-US" dirty="0">
                <a:ea typeface="+mn-lt"/>
                <a:cs typeface="+mn-lt"/>
              </a:rPr>
              <a:t> (very low)</a:t>
            </a:r>
            <a:endParaRPr lang="en-US" dirty="0"/>
          </a:p>
          <a:p>
            <a:pPr marL="305435" indent="-305435">
              <a:buFont typeface="Wingdings 2"/>
              <a:buChar char=""/>
            </a:pPr>
            <a:r>
              <a:rPr lang="en-US" b="1" dirty="0">
                <a:ea typeface="+mn-lt"/>
                <a:cs typeface="+mn-lt"/>
              </a:rPr>
              <a:t>Glass:</a:t>
            </a:r>
            <a:r>
              <a:rPr lang="en-US" dirty="0">
                <a:ea typeface="+mn-lt"/>
                <a:cs typeface="+mn-lt"/>
              </a:rPr>
              <a:t> 10</a:t>
            </a:r>
            <a:r>
              <a:rPr lang="en-US" baseline="30000" dirty="0">
                <a:ea typeface="+mn-lt"/>
                <a:cs typeface="+mn-lt"/>
              </a:rPr>
              <a:t>10 </a:t>
            </a:r>
            <a:r>
              <a:rPr lang="en-US" dirty="0">
                <a:ea typeface="+mn-lt"/>
                <a:cs typeface="+mn-lt"/>
              </a:rPr>
              <a:t>to 10</a:t>
            </a:r>
            <a:r>
              <a:rPr lang="en-US" baseline="30000" dirty="0">
                <a:ea typeface="+mn-lt"/>
                <a:cs typeface="+mn-lt"/>
              </a:rPr>
              <a:t>14</a:t>
            </a:r>
            <a:r>
              <a:rPr lang="en-US" dirty="0">
                <a:ea typeface="+mn-lt"/>
                <a:cs typeface="+mn-lt"/>
              </a:rPr>
              <a:t> </a:t>
            </a:r>
            <a:r>
              <a:rPr lang="en-US" dirty="0" err="1">
                <a:ea typeface="+mn-lt"/>
                <a:cs typeface="+mn-lt"/>
              </a:rPr>
              <a:t>Ω·m</a:t>
            </a:r>
            <a:r>
              <a:rPr lang="en-US" dirty="0">
                <a:ea typeface="+mn-lt"/>
                <a:cs typeface="+mn-lt"/>
              </a:rPr>
              <a:t> (extremely high)</a:t>
            </a:r>
            <a:endParaRPr lang="en-US" dirty="0"/>
          </a:p>
          <a:p>
            <a:pPr marL="0" indent="0">
              <a:buNone/>
            </a:pPr>
            <a:endParaRPr lang="en-US" dirty="0"/>
          </a:p>
        </p:txBody>
      </p:sp>
    </p:spTree>
    <p:extLst>
      <p:ext uri="{BB962C8B-B14F-4D97-AF65-F5344CB8AC3E}">
        <p14:creationId xmlns:p14="http://schemas.microsoft.com/office/powerpoint/2010/main" val="597801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CCC6B-A1F5-E5A1-1255-E64A71AF90BA}"/>
              </a:ext>
            </a:extLst>
          </p:cNvPr>
          <p:cNvSpPr>
            <a:spLocks noGrp="1"/>
          </p:cNvSpPr>
          <p:nvPr>
            <p:ph type="title"/>
          </p:nvPr>
        </p:nvSpPr>
        <p:spPr/>
        <p:txBody>
          <a:bodyPr/>
          <a:lstStyle/>
          <a:p>
            <a:r>
              <a:rPr lang="en-US" dirty="0">
                <a:ea typeface="+mj-lt"/>
                <a:cs typeface="+mj-lt"/>
              </a:rPr>
              <a:t>Factor 4: Temperature</a:t>
            </a:r>
            <a:endParaRPr lang="en-US" dirty="0"/>
          </a:p>
        </p:txBody>
      </p:sp>
      <p:sp>
        <p:nvSpPr>
          <p:cNvPr id="3" name="Content Placeholder 2">
            <a:extLst>
              <a:ext uri="{FF2B5EF4-FFF2-40B4-BE49-F238E27FC236}">
                <a16:creationId xmlns:a16="http://schemas.microsoft.com/office/drawing/2014/main" id="{99323B79-4C37-DDD1-2C6D-7804B89E28FD}"/>
              </a:ext>
            </a:extLst>
          </p:cNvPr>
          <p:cNvSpPr>
            <a:spLocks noGrp="1"/>
          </p:cNvSpPr>
          <p:nvPr>
            <p:ph idx="1"/>
          </p:nvPr>
        </p:nvSpPr>
        <p:spPr/>
        <p:txBody>
          <a:bodyPr/>
          <a:lstStyle/>
          <a:p>
            <a:pPr marL="305435" indent="-305435">
              <a:buNone/>
            </a:pPr>
            <a:r>
              <a:rPr lang="en-US" b="1" dirty="0">
                <a:ea typeface="+mn-lt"/>
                <a:cs typeface="+mn-lt"/>
              </a:rPr>
              <a:t>For most conductors, as temperature increases, resistance increases.</a:t>
            </a:r>
            <a:endParaRPr lang="en-US" dirty="0"/>
          </a:p>
          <a:p>
            <a:pPr marL="305435" indent="-305435">
              <a:buFont typeface="Wingdings 2"/>
              <a:buChar char=""/>
            </a:pPr>
            <a:r>
              <a:rPr lang="en-US" b="1" dirty="0">
                <a:ea typeface="+mn-lt"/>
                <a:cs typeface="+mn-lt"/>
              </a:rPr>
              <a:t>Reason:</a:t>
            </a:r>
            <a:r>
              <a:rPr lang="en-US" dirty="0">
                <a:ea typeface="+mn-lt"/>
                <a:cs typeface="+mn-lt"/>
              </a:rPr>
              <a:t> Heating a material causes its atoms to vibrate more rapidly. This makes it more difficult for electrons to find a clear path through, leading to more collisions and higher resistance.</a:t>
            </a:r>
            <a:endParaRPr lang="en-US" dirty="0"/>
          </a:p>
          <a:p>
            <a:pPr marL="305435" indent="-305435">
              <a:buFont typeface="Wingdings 2"/>
              <a:buChar char=""/>
            </a:pPr>
            <a:r>
              <a:rPr lang="en-US" b="1" dirty="0">
                <a:ea typeface="+mn-lt"/>
                <a:cs typeface="+mn-lt"/>
              </a:rPr>
              <a:t>Note:</a:t>
            </a:r>
            <a:r>
              <a:rPr lang="en-US" dirty="0">
                <a:ea typeface="+mn-lt"/>
                <a:cs typeface="+mn-lt"/>
              </a:rPr>
              <a:t> This is not true for all materials. Semiconductors, for example, typically decrease their resistance as they get hotter.</a:t>
            </a:r>
          </a:p>
        </p:txBody>
      </p:sp>
    </p:spTree>
    <p:extLst>
      <p:ext uri="{BB962C8B-B14F-4D97-AF65-F5344CB8AC3E}">
        <p14:creationId xmlns:p14="http://schemas.microsoft.com/office/powerpoint/2010/main" val="1807297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CACA8-828B-E87E-D83A-157E51CA3EF4}"/>
              </a:ext>
            </a:extLst>
          </p:cNvPr>
          <p:cNvSpPr>
            <a:spLocks noGrp="1"/>
          </p:cNvSpPr>
          <p:nvPr>
            <p:ph type="title"/>
          </p:nvPr>
        </p:nvSpPr>
        <p:spPr/>
        <p:txBody>
          <a:bodyPr/>
          <a:lstStyle/>
          <a:p>
            <a:r>
              <a:rPr lang="en-US" dirty="0">
                <a:ea typeface="+mj-lt"/>
                <a:cs typeface="+mj-lt"/>
              </a:rPr>
              <a:t>Module 2 Recap</a:t>
            </a:r>
            <a:endParaRPr lang="en-US" dirty="0"/>
          </a:p>
        </p:txBody>
      </p:sp>
      <p:sp>
        <p:nvSpPr>
          <p:cNvPr id="3" name="Content Placeholder 2">
            <a:extLst>
              <a:ext uri="{FF2B5EF4-FFF2-40B4-BE49-F238E27FC236}">
                <a16:creationId xmlns:a16="http://schemas.microsoft.com/office/drawing/2014/main" id="{997A3592-3915-89BA-C609-649929928627}"/>
              </a:ext>
            </a:extLst>
          </p:cNvPr>
          <p:cNvSpPr>
            <a:spLocks noGrp="1"/>
          </p:cNvSpPr>
          <p:nvPr>
            <p:ph idx="1"/>
          </p:nvPr>
        </p:nvSpPr>
        <p:spPr/>
        <p:txBody>
          <a:bodyPr/>
          <a:lstStyle/>
          <a:p>
            <a:pPr marL="305435" indent="-305435">
              <a:buFont typeface="Wingdings 2"/>
              <a:buChar char=""/>
            </a:pPr>
            <a:r>
              <a:rPr lang="en-US" b="1" dirty="0">
                <a:ea typeface="+mn-lt"/>
                <a:cs typeface="+mn-lt"/>
              </a:rPr>
              <a:t>Voltage (V)</a:t>
            </a:r>
            <a:r>
              <a:rPr lang="en-US" dirty="0">
                <a:ea typeface="+mn-lt"/>
                <a:cs typeface="+mn-lt"/>
              </a:rPr>
              <a:t> is the pressure that pushes current. Measured in </a:t>
            </a:r>
            <a:r>
              <a:rPr lang="en-US" b="1" dirty="0">
                <a:ea typeface="+mn-lt"/>
                <a:cs typeface="+mn-lt"/>
              </a:rPr>
              <a:t>Volts</a:t>
            </a:r>
            <a:r>
              <a:rPr lang="en-US" dirty="0">
                <a:ea typeface="+mn-lt"/>
                <a:cs typeface="+mn-lt"/>
              </a:rPr>
              <a:t>.</a:t>
            </a:r>
            <a:endParaRPr lang="en-US" dirty="0"/>
          </a:p>
          <a:p>
            <a:pPr marL="305435" indent="-305435">
              <a:buFont typeface="Wingdings 2"/>
              <a:buChar char=""/>
            </a:pPr>
            <a:r>
              <a:rPr lang="en-US" b="1" dirty="0">
                <a:ea typeface="+mn-lt"/>
                <a:cs typeface="+mn-lt"/>
              </a:rPr>
              <a:t>Current (I)</a:t>
            </a:r>
            <a:r>
              <a:rPr lang="en-US" dirty="0">
                <a:ea typeface="+mn-lt"/>
                <a:cs typeface="+mn-lt"/>
              </a:rPr>
              <a:t> is the rate of flow. Measured in </a:t>
            </a:r>
            <a:r>
              <a:rPr lang="en-US" b="1" dirty="0">
                <a:ea typeface="+mn-lt"/>
                <a:cs typeface="+mn-lt"/>
              </a:rPr>
              <a:t>Amps</a:t>
            </a:r>
            <a:r>
              <a:rPr lang="en-US" dirty="0">
                <a:ea typeface="+mn-lt"/>
                <a:cs typeface="+mn-lt"/>
              </a:rPr>
              <a:t>.</a:t>
            </a:r>
            <a:endParaRPr lang="en-US"/>
          </a:p>
          <a:p>
            <a:pPr marL="305435" indent="-305435">
              <a:buFont typeface="Wingdings 2"/>
              <a:buChar char=""/>
            </a:pPr>
            <a:r>
              <a:rPr lang="en-US" b="1" dirty="0">
                <a:ea typeface="+mn-lt"/>
                <a:cs typeface="+mn-lt"/>
              </a:rPr>
              <a:t>Resistance (R)</a:t>
            </a:r>
            <a:r>
              <a:rPr lang="en-US" dirty="0">
                <a:ea typeface="+mn-lt"/>
                <a:cs typeface="+mn-lt"/>
              </a:rPr>
              <a:t> is the opposition to flow. Measured in </a:t>
            </a:r>
            <a:r>
              <a:rPr lang="en-US" b="1" dirty="0">
                <a:ea typeface="+mn-lt"/>
                <a:cs typeface="+mn-lt"/>
              </a:rPr>
              <a:t>Ohms (Ω)</a:t>
            </a:r>
            <a:r>
              <a:rPr lang="en-US" dirty="0">
                <a:ea typeface="+mn-lt"/>
                <a:cs typeface="+mn-lt"/>
              </a:rPr>
              <a:t>.</a:t>
            </a:r>
            <a:endParaRPr lang="en-US"/>
          </a:p>
          <a:p>
            <a:pPr marL="305435" indent="-305435">
              <a:buFont typeface="Wingdings 2"/>
              <a:buChar char=""/>
            </a:pPr>
            <a:r>
              <a:rPr lang="en-US" b="1" dirty="0">
                <a:ea typeface="+mn-lt"/>
                <a:cs typeface="+mn-lt"/>
              </a:rPr>
              <a:t>Conventional Flow (+ to -)</a:t>
            </a:r>
            <a:r>
              <a:rPr lang="en-US" dirty="0">
                <a:ea typeface="+mn-lt"/>
                <a:cs typeface="+mn-lt"/>
              </a:rPr>
              <a:t> is the standard used for all circuit analysis.</a:t>
            </a:r>
            <a:endParaRPr lang="en-US" dirty="0"/>
          </a:p>
          <a:p>
            <a:pPr marL="305435" indent="-305435">
              <a:buFont typeface="Wingdings 2"/>
              <a:buChar char=""/>
            </a:pPr>
            <a:r>
              <a:rPr lang="en-US" dirty="0">
                <a:ea typeface="+mn-lt"/>
                <a:cs typeface="+mn-lt"/>
              </a:rPr>
              <a:t>Resistance is affected by a conductor's </a:t>
            </a:r>
            <a:r>
              <a:rPr lang="en-US" b="1" dirty="0">
                <a:ea typeface="+mn-lt"/>
                <a:cs typeface="+mn-lt"/>
              </a:rPr>
              <a:t>length, thickness, material type, and temperature</a:t>
            </a:r>
            <a:r>
              <a:rPr lang="en-US" dirty="0">
                <a:ea typeface="+mn-lt"/>
                <a:cs typeface="+mn-lt"/>
              </a:rPr>
              <a:t>.</a:t>
            </a:r>
            <a:endParaRPr lang="en-US" dirty="0"/>
          </a:p>
        </p:txBody>
      </p:sp>
    </p:spTree>
    <p:extLst>
      <p:ext uri="{BB962C8B-B14F-4D97-AF65-F5344CB8AC3E}">
        <p14:creationId xmlns:p14="http://schemas.microsoft.com/office/powerpoint/2010/main" val="32095038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8293B-53B4-EAD3-3725-D80A9DC1D42E}"/>
              </a:ext>
            </a:extLst>
          </p:cNvPr>
          <p:cNvSpPr>
            <a:spLocks noGrp="1"/>
          </p:cNvSpPr>
          <p:nvPr>
            <p:ph type="title"/>
          </p:nvPr>
        </p:nvSpPr>
        <p:spPr/>
        <p:txBody>
          <a:bodyPr/>
          <a:lstStyle/>
          <a:p>
            <a:r>
              <a:rPr lang="en-US" dirty="0"/>
              <a:t>Module 3: Ohm's Law &amp; Circuit Analysis</a:t>
            </a:r>
          </a:p>
        </p:txBody>
      </p:sp>
      <p:sp>
        <p:nvSpPr>
          <p:cNvPr id="3" name="Content Placeholder 2">
            <a:extLst>
              <a:ext uri="{FF2B5EF4-FFF2-40B4-BE49-F238E27FC236}">
                <a16:creationId xmlns:a16="http://schemas.microsoft.com/office/drawing/2014/main" id="{2EE7B4F9-035F-5AA6-797D-36AC8FF8020E}"/>
              </a:ext>
            </a:extLst>
          </p:cNvPr>
          <p:cNvSpPr>
            <a:spLocks noGrp="1"/>
          </p:cNvSpPr>
          <p:nvPr>
            <p:ph type="body" idx="1"/>
          </p:nvPr>
        </p:nvSpPr>
        <p:spPr/>
        <p:txBody>
          <a:bodyPr/>
          <a:lstStyle/>
          <a:p>
            <a:r>
              <a:rPr lang="en-US" dirty="0">
                <a:ea typeface="+mn-lt"/>
                <a:cs typeface="+mn-lt"/>
              </a:rPr>
              <a:t>Session 3.1: The Simple Circuit &amp; Ohm's Law</a:t>
            </a:r>
            <a:endParaRPr lang="en-US" dirty="0"/>
          </a:p>
        </p:txBody>
      </p:sp>
    </p:spTree>
    <p:extLst>
      <p:ext uri="{BB962C8B-B14F-4D97-AF65-F5344CB8AC3E}">
        <p14:creationId xmlns:p14="http://schemas.microsoft.com/office/powerpoint/2010/main" val="32139273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B9FB9-9214-9E44-3A60-A5C022F92B66}"/>
              </a:ext>
            </a:extLst>
          </p:cNvPr>
          <p:cNvSpPr>
            <a:spLocks noGrp="1"/>
          </p:cNvSpPr>
          <p:nvPr>
            <p:ph type="title"/>
          </p:nvPr>
        </p:nvSpPr>
        <p:spPr/>
        <p:txBody>
          <a:bodyPr/>
          <a:lstStyle/>
          <a:p>
            <a:r>
              <a:rPr lang="en-US" dirty="0"/>
              <a:t>The Electric Circuit </a:t>
            </a:r>
          </a:p>
        </p:txBody>
      </p:sp>
      <p:sp>
        <p:nvSpPr>
          <p:cNvPr id="3" name="Text Placeholder 2">
            <a:extLst>
              <a:ext uri="{FF2B5EF4-FFF2-40B4-BE49-F238E27FC236}">
                <a16:creationId xmlns:a16="http://schemas.microsoft.com/office/drawing/2014/main" id="{E752272B-203A-6DAA-674A-31DA7A9C5EFA}"/>
              </a:ext>
            </a:extLst>
          </p:cNvPr>
          <p:cNvSpPr>
            <a:spLocks noGrp="1"/>
          </p:cNvSpPr>
          <p:nvPr>
            <p:ph idx="1"/>
          </p:nvPr>
        </p:nvSpPr>
        <p:spPr/>
        <p:txBody>
          <a:bodyPr/>
          <a:lstStyle/>
          <a:p>
            <a:pPr marL="305435" indent="-305435">
              <a:buNone/>
            </a:pPr>
            <a:r>
              <a:rPr lang="en-US" dirty="0">
                <a:ea typeface="+mn-lt"/>
                <a:cs typeface="+mn-lt"/>
              </a:rPr>
              <a:t>For electricity to do useful work, we need a complete </a:t>
            </a:r>
            <a:r>
              <a:rPr lang="en-US" b="1" dirty="0">
                <a:ea typeface="+mn-lt"/>
                <a:cs typeface="+mn-lt"/>
              </a:rPr>
              <a:t>circuit</a:t>
            </a:r>
            <a:r>
              <a:rPr lang="en-US" dirty="0">
                <a:ea typeface="+mn-lt"/>
                <a:cs typeface="+mn-lt"/>
              </a:rPr>
              <a:t>. A circuit is simply a closed loop or path that allows current to flow.</a:t>
            </a:r>
            <a:endParaRPr lang="en-US" dirty="0"/>
          </a:p>
          <a:p>
            <a:pPr marL="305435" indent="-305435">
              <a:buNone/>
            </a:pPr>
            <a:r>
              <a:rPr lang="en-US" dirty="0">
                <a:ea typeface="+mn-lt"/>
                <a:cs typeface="+mn-lt"/>
              </a:rPr>
              <a:t>Every useful circuit has four essential parts:</a:t>
            </a:r>
          </a:p>
          <a:p>
            <a:pPr marL="305435" indent="-305435">
              <a:buFont typeface="Wingdings 2"/>
              <a:buChar char=""/>
            </a:pPr>
            <a:r>
              <a:rPr lang="en-US" b="1" dirty="0">
                <a:ea typeface="+mn-lt"/>
                <a:cs typeface="+mn-lt"/>
              </a:rPr>
              <a:t>Source:</a:t>
            </a:r>
            <a:r>
              <a:rPr lang="en-US" dirty="0">
                <a:ea typeface="+mn-lt"/>
                <a:cs typeface="+mn-lt"/>
              </a:rPr>
              <a:t> Provides the voltage (EMF). (e.g., a battery)</a:t>
            </a:r>
          </a:p>
          <a:p>
            <a:pPr marL="305435" indent="-305435">
              <a:buFont typeface="Wingdings 2"/>
              <a:buChar char=""/>
            </a:pPr>
            <a:r>
              <a:rPr lang="en-US" b="1" dirty="0">
                <a:ea typeface="+mn-lt"/>
                <a:cs typeface="+mn-lt"/>
              </a:rPr>
              <a:t>Path:</a:t>
            </a:r>
            <a:r>
              <a:rPr lang="en-US" dirty="0">
                <a:ea typeface="+mn-lt"/>
                <a:cs typeface="+mn-lt"/>
              </a:rPr>
              <a:t> The conductors that carry the current. (e.g., copper wires)</a:t>
            </a:r>
          </a:p>
          <a:p>
            <a:pPr marL="305435" indent="-305435">
              <a:buFont typeface="Wingdings 2"/>
              <a:buChar char=""/>
            </a:pPr>
            <a:r>
              <a:rPr lang="en-US" b="1" dirty="0">
                <a:ea typeface="+mn-lt"/>
                <a:cs typeface="+mn-lt"/>
              </a:rPr>
              <a:t>Load:</a:t>
            </a:r>
            <a:r>
              <a:rPr lang="en-US" dirty="0">
                <a:ea typeface="+mn-lt"/>
                <a:cs typeface="+mn-lt"/>
              </a:rPr>
              <a:t> The device that uses the electricity and provides resistance. (e.g., a lamp)</a:t>
            </a:r>
          </a:p>
          <a:p>
            <a:pPr marL="305435" indent="-305435">
              <a:buFont typeface="Wingdings 2"/>
              <a:buChar char=""/>
            </a:pPr>
            <a:r>
              <a:rPr lang="en-US" b="1" dirty="0">
                <a:ea typeface="+mn-lt"/>
                <a:cs typeface="+mn-lt"/>
              </a:rPr>
              <a:t>Control:</a:t>
            </a:r>
            <a:r>
              <a:rPr lang="en-US" dirty="0">
                <a:ea typeface="+mn-lt"/>
                <a:cs typeface="+mn-lt"/>
              </a:rPr>
              <a:t> A device to open or close the circuit. (e.g., a switch)</a:t>
            </a:r>
          </a:p>
        </p:txBody>
      </p:sp>
    </p:spTree>
    <p:extLst>
      <p:ext uri="{BB962C8B-B14F-4D97-AF65-F5344CB8AC3E}">
        <p14:creationId xmlns:p14="http://schemas.microsoft.com/office/powerpoint/2010/main" val="33457903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32E49-98A3-B62F-5FE4-E51A87BB7071}"/>
              </a:ext>
            </a:extLst>
          </p:cNvPr>
          <p:cNvSpPr>
            <a:spLocks noGrp="1"/>
          </p:cNvSpPr>
          <p:nvPr>
            <p:ph type="title"/>
          </p:nvPr>
        </p:nvSpPr>
        <p:spPr>
          <a:xfrm>
            <a:off x="581192" y="702156"/>
            <a:ext cx="11029616" cy="1188720"/>
          </a:xfrm>
        </p:spPr>
        <p:txBody>
          <a:bodyPr>
            <a:normAutofit/>
          </a:bodyPr>
          <a:lstStyle/>
          <a:p>
            <a:r>
              <a:rPr lang="en-US" dirty="0">
                <a:ea typeface="+mj-lt"/>
                <a:cs typeface="+mj-lt"/>
              </a:rPr>
              <a:t>A Simple Circuit Diagram</a:t>
            </a:r>
            <a:endParaRPr lang="en-US" dirty="0"/>
          </a:p>
        </p:txBody>
      </p:sp>
      <p:sp>
        <p:nvSpPr>
          <p:cNvPr id="3" name="Content Placeholder 2">
            <a:extLst>
              <a:ext uri="{FF2B5EF4-FFF2-40B4-BE49-F238E27FC236}">
                <a16:creationId xmlns:a16="http://schemas.microsoft.com/office/drawing/2014/main" id="{6DE11454-DFCC-4E61-E52D-4B965F3C8D58}"/>
              </a:ext>
            </a:extLst>
          </p:cNvPr>
          <p:cNvSpPr>
            <a:spLocks noGrp="1"/>
          </p:cNvSpPr>
          <p:nvPr>
            <p:ph idx="1"/>
          </p:nvPr>
        </p:nvSpPr>
        <p:spPr>
          <a:xfrm>
            <a:off x="581193" y="2340864"/>
            <a:ext cx="7024758" cy="3634486"/>
          </a:xfrm>
        </p:spPr>
        <p:txBody>
          <a:bodyPr>
            <a:normAutofit/>
          </a:bodyPr>
          <a:lstStyle/>
          <a:p>
            <a:pPr marL="305435" indent="-305435">
              <a:buNone/>
            </a:pPr>
            <a:r>
              <a:rPr lang="en-US" dirty="0">
                <a:ea typeface="+mn-lt"/>
                <a:cs typeface="+mn-lt"/>
              </a:rPr>
              <a:t>Here are the four parts working together:</a:t>
            </a:r>
            <a:endParaRPr lang="en-US" dirty="0"/>
          </a:p>
          <a:p>
            <a:pPr marL="305435" indent="-305435">
              <a:buNone/>
            </a:pPr>
            <a:r>
              <a:rPr lang="en-US" dirty="0">
                <a:ea typeface="+mn-lt"/>
                <a:cs typeface="+mn-lt"/>
              </a:rPr>
              <a:t>When the </a:t>
            </a:r>
            <a:r>
              <a:rPr lang="en-US" b="1" dirty="0">
                <a:ea typeface="+mn-lt"/>
                <a:cs typeface="+mn-lt"/>
              </a:rPr>
              <a:t>Control</a:t>
            </a:r>
            <a:r>
              <a:rPr lang="en-US" dirty="0">
                <a:ea typeface="+mn-lt"/>
                <a:cs typeface="+mn-lt"/>
              </a:rPr>
              <a:t> (switch) is closed, the loop is complete, and current flows from the </a:t>
            </a:r>
            <a:r>
              <a:rPr lang="en-US" b="1" dirty="0">
                <a:ea typeface="+mn-lt"/>
                <a:cs typeface="+mn-lt"/>
              </a:rPr>
              <a:t>Source</a:t>
            </a:r>
            <a:r>
              <a:rPr lang="en-US" dirty="0">
                <a:ea typeface="+mn-lt"/>
                <a:cs typeface="+mn-lt"/>
              </a:rPr>
              <a:t>, through the </a:t>
            </a:r>
            <a:r>
              <a:rPr lang="en-US" b="1" dirty="0">
                <a:ea typeface="+mn-lt"/>
                <a:cs typeface="+mn-lt"/>
              </a:rPr>
              <a:t>Path</a:t>
            </a:r>
            <a:r>
              <a:rPr lang="en-US" dirty="0">
                <a:ea typeface="+mn-lt"/>
                <a:cs typeface="+mn-lt"/>
              </a:rPr>
              <a:t>, to the </a:t>
            </a:r>
            <a:r>
              <a:rPr lang="en-US" b="1" dirty="0">
                <a:ea typeface="+mn-lt"/>
                <a:cs typeface="+mn-lt"/>
              </a:rPr>
              <a:t>Load</a:t>
            </a:r>
            <a:r>
              <a:rPr lang="en-US" dirty="0">
                <a:ea typeface="+mn-lt"/>
                <a:cs typeface="+mn-lt"/>
              </a:rPr>
              <a:t>, and back to the source.</a:t>
            </a:r>
            <a:endParaRPr lang="en-US" dirty="0"/>
          </a:p>
        </p:txBody>
      </p:sp>
      <p:pic>
        <p:nvPicPr>
          <p:cNvPr id="4" name="Picture 3" descr="A diagram of a circuit&#10;&#10;AI-generated content may be incorrect.">
            <a:extLst>
              <a:ext uri="{FF2B5EF4-FFF2-40B4-BE49-F238E27FC236}">
                <a16:creationId xmlns:a16="http://schemas.microsoft.com/office/drawing/2014/main" id="{AFA54EAE-4E64-BCD4-A437-282E683CF638}"/>
              </a:ext>
            </a:extLst>
          </p:cNvPr>
          <p:cNvPicPr>
            <a:picLocks noChangeAspect="1"/>
          </p:cNvPicPr>
          <p:nvPr/>
        </p:nvPicPr>
        <p:blipFill>
          <a:blip r:embed="rId2"/>
          <a:srcRect t="4662" r="3" b="3"/>
          <a:stretch>
            <a:fillRect/>
          </a:stretch>
        </p:blipFill>
        <p:spPr>
          <a:xfrm>
            <a:off x="8051799" y="2340864"/>
            <a:ext cx="3683001" cy="3634486"/>
          </a:xfrm>
          <a:prstGeom prst="rect">
            <a:avLst/>
          </a:prstGeom>
          <a:ln>
            <a:noFill/>
          </a:ln>
        </p:spPr>
      </p:pic>
    </p:spTree>
    <p:extLst>
      <p:ext uri="{BB962C8B-B14F-4D97-AF65-F5344CB8AC3E}">
        <p14:creationId xmlns:p14="http://schemas.microsoft.com/office/powerpoint/2010/main" val="6603866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8052B-799F-9679-87DC-A6DC58CEA30F}"/>
              </a:ext>
            </a:extLst>
          </p:cNvPr>
          <p:cNvSpPr>
            <a:spLocks noGrp="1"/>
          </p:cNvSpPr>
          <p:nvPr>
            <p:ph type="title"/>
          </p:nvPr>
        </p:nvSpPr>
        <p:spPr/>
        <p:txBody>
          <a:bodyPr/>
          <a:lstStyle/>
          <a:p>
            <a:r>
              <a:rPr lang="en-US" dirty="0"/>
              <a:t>Open Circuits</a:t>
            </a:r>
          </a:p>
        </p:txBody>
      </p:sp>
      <p:sp>
        <p:nvSpPr>
          <p:cNvPr id="3" name="Content Placeholder 2">
            <a:extLst>
              <a:ext uri="{FF2B5EF4-FFF2-40B4-BE49-F238E27FC236}">
                <a16:creationId xmlns:a16="http://schemas.microsoft.com/office/drawing/2014/main" id="{83496E27-DE23-30E3-A41A-C71F0BB6C274}"/>
              </a:ext>
            </a:extLst>
          </p:cNvPr>
          <p:cNvSpPr>
            <a:spLocks noGrp="1"/>
          </p:cNvSpPr>
          <p:nvPr>
            <p:ph idx="1"/>
          </p:nvPr>
        </p:nvSpPr>
        <p:spPr/>
        <p:txBody>
          <a:bodyPr/>
          <a:lstStyle/>
          <a:p>
            <a:pPr marL="305435" indent="-305435">
              <a:buFont typeface="Wingdings 2"/>
              <a:buChar char=""/>
            </a:pPr>
            <a:r>
              <a:rPr lang="en-US">
                <a:ea typeface="+mn-lt"/>
                <a:cs typeface="+mn-lt"/>
              </a:rPr>
              <a:t>An </a:t>
            </a:r>
            <a:r>
              <a:rPr lang="en-US" b="1">
                <a:ea typeface="+mn-lt"/>
                <a:cs typeface="+mn-lt"/>
              </a:rPr>
              <a:t>Open Circuit</a:t>
            </a:r>
            <a:r>
              <a:rPr lang="en-US">
                <a:ea typeface="+mn-lt"/>
                <a:cs typeface="+mn-lt"/>
              </a:rPr>
              <a:t> is a circuit where the path has been broken.</a:t>
            </a:r>
            <a:endParaRPr lang="en-US"/>
          </a:p>
          <a:p>
            <a:pPr marL="305435" indent="-305435">
              <a:buFont typeface="Wingdings 2"/>
              <a:buChar char=""/>
            </a:pPr>
            <a:r>
              <a:rPr lang="en-US">
                <a:ea typeface="+mn-lt"/>
                <a:cs typeface="+mn-lt"/>
              </a:rPr>
              <a:t>This could be due to an open switch, a broken wire, or a blown fuse.</a:t>
            </a:r>
            <a:endParaRPr lang="en-US"/>
          </a:p>
          <a:p>
            <a:pPr marL="305435" indent="-305435">
              <a:buFont typeface="Wingdings 2"/>
              <a:buChar char=""/>
            </a:pPr>
            <a:r>
              <a:rPr lang="en-US">
                <a:ea typeface="+mn-lt"/>
                <a:cs typeface="+mn-lt"/>
              </a:rPr>
              <a:t>Because the loop is incomplete, </a:t>
            </a:r>
            <a:r>
              <a:rPr lang="en-US" b="1">
                <a:ea typeface="+mn-lt"/>
                <a:cs typeface="+mn-lt"/>
              </a:rPr>
              <a:t>no current can flow</a:t>
            </a:r>
            <a:r>
              <a:rPr lang="en-US">
                <a:ea typeface="+mn-lt"/>
                <a:cs typeface="+mn-lt"/>
              </a:rPr>
              <a:t>.</a:t>
            </a:r>
            <a:endParaRPr lang="en-US"/>
          </a:p>
          <a:p>
            <a:pPr marL="305435" indent="-305435">
              <a:buFont typeface="Wingdings 2"/>
              <a:buChar char=""/>
            </a:pPr>
            <a:r>
              <a:rPr lang="en-US" dirty="0">
                <a:ea typeface="+mn-lt"/>
                <a:cs typeface="+mn-lt"/>
              </a:rPr>
              <a:t>An open circuit has </a:t>
            </a:r>
            <a:r>
              <a:rPr lang="en-US" b="1" dirty="0">
                <a:ea typeface="+mn-lt"/>
                <a:cs typeface="+mn-lt"/>
              </a:rPr>
              <a:t>infinite resistance</a:t>
            </a:r>
            <a:r>
              <a:rPr lang="en-US" dirty="0">
                <a:ea typeface="+mn-lt"/>
                <a:cs typeface="+mn-lt"/>
              </a:rPr>
              <a:t>.</a:t>
            </a:r>
            <a:endParaRPr lang="en-US" dirty="0"/>
          </a:p>
        </p:txBody>
      </p:sp>
    </p:spTree>
    <p:extLst>
      <p:ext uri="{BB962C8B-B14F-4D97-AF65-F5344CB8AC3E}">
        <p14:creationId xmlns:p14="http://schemas.microsoft.com/office/powerpoint/2010/main" val="42294864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C72A9-3362-DE1D-81E0-450C9FE5FAB2}"/>
              </a:ext>
            </a:extLst>
          </p:cNvPr>
          <p:cNvSpPr>
            <a:spLocks noGrp="1"/>
          </p:cNvSpPr>
          <p:nvPr>
            <p:ph type="title"/>
          </p:nvPr>
        </p:nvSpPr>
        <p:spPr/>
        <p:txBody>
          <a:bodyPr/>
          <a:lstStyle/>
          <a:p>
            <a:r>
              <a:rPr lang="en-US" dirty="0"/>
              <a:t>Short Circuits</a:t>
            </a:r>
          </a:p>
        </p:txBody>
      </p:sp>
      <p:sp>
        <p:nvSpPr>
          <p:cNvPr id="3" name="Content Placeholder 2">
            <a:extLst>
              <a:ext uri="{FF2B5EF4-FFF2-40B4-BE49-F238E27FC236}">
                <a16:creationId xmlns:a16="http://schemas.microsoft.com/office/drawing/2014/main" id="{DCD371AE-4F10-65F3-68B6-2C6C6C4DF440}"/>
              </a:ext>
            </a:extLst>
          </p:cNvPr>
          <p:cNvSpPr>
            <a:spLocks noGrp="1"/>
          </p:cNvSpPr>
          <p:nvPr>
            <p:ph idx="1"/>
          </p:nvPr>
        </p:nvSpPr>
        <p:spPr/>
        <p:txBody>
          <a:bodyPr/>
          <a:lstStyle/>
          <a:p>
            <a:pPr marL="305435" indent="-305435">
              <a:buFont typeface="Wingdings 2"/>
              <a:buChar char=""/>
            </a:pPr>
            <a:r>
              <a:rPr lang="en-US">
                <a:ea typeface="+mn-lt"/>
                <a:cs typeface="+mn-lt"/>
              </a:rPr>
              <a:t>A </a:t>
            </a:r>
            <a:r>
              <a:rPr lang="en-US" b="1">
                <a:ea typeface="+mn-lt"/>
                <a:cs typeface="+mn-lt"/>
              </a:rPr>
              <a:t>Short Circuit</a:t>
            </a:r>
            <a:r>
              <a:rPr lang="en-US">
                <a:ea typeface="+mn-lt"/>
                <a:cs typeface="+mn-lt"/>
              </a:rPr>
              <a:t> is an unintended, low-resistance path for current to flow.</a:t>
            </a:r>
            <a:endParaRPr lang="en-US"/>
          </a:p>
          <a:p>
            <a:pPr marL="305435" indent="-305435">
              <a:buFont typeface="Wingdings 2"/>
              <a:buChar char=""/>
            </a:pPr>
            <a:r>
              <a:rPr lang="en-US">
                <a:ea typeface="+mn-lt"/>
                <a:cs typeface="+mn-lt"/>
              </a:rPr>
              <a:t>It allows current to bypass the load.</a:t>
            </a:r>
            <a:endParaRPr lang="en-US"/>
          </a:p>
          <a:p>
            <a:pPr marL="305435" indent="-305435">
              <a:buFont typeface="Wingdings 2"/>
              <a:buChar char=""/>
            </a:pPr>
            <a:r>
              <a:rPr lang="en-US">
                <a:ea typeface="+mn-lt"/>
                <a:cs typeface="+mn-lt"/>
              </a:rPr>
              <a:t>Because there is almost no resistance, Ohm's Law (I = V/R) tells us the current will become </a:t>
            </a:r>
            <a:r>
              <a:rPr lang="en-US" b="1">
                <a:ea typeface="+mn-lt"/>
                <a:cs typeface="+mn-lt"/>
              </a:rPr>
              <a:t>dangerously high</a:t>
            </a:r>
            <a:r>
              <a:rPr lang="en-US">
                <a:ea typeface="+mn-lt"/>
                <a:cs typeface="+mn-lt"/>
              </a:rPr>
              <a:t>.</a:t>
            </a:r>
            <a:endParaRPr lang="en-US"/>
          </a:p>
          <a:p>
            <a:pPr marL="305435" indent="0">
              <a:buNone/>
            </a:pPr>
            <a:r>
              <a:rPr lang="en-US" b="1" dirty="0">
                <a:ea typeface="+mn-lt"/>
                <a:cs typeface="+mn-lt"/>
              </a:rPr>
              <a:t>DANGER:</a:t>
            </a:r>
            <a:r>
              <a:rPr lang="en-US" dirty="0">
                <a:ea typeface="+mn-lt"/>
                <a:cs typeface="+mn-lt"/>
              </a:rPr>
              <a:t> Short circuits can cause wires to overheat, melt, and start fires. They are a major electrical hazard. Fuses and circuit breakers are designed to protect against this.</a:t>
            </a:r>
          </a:p>
        </p:txBody>
      </p:sp>
    </p:spTree>
    <p:extLst>
      <p:ext uri="{BB962C8B-B14F-4D97-AF65-F5344CB8AC3E}">
        <p14:creationId xmlns:p14="http://schemas.microsoft.com/office/powerpoint/2010/main" val="40190287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15D6-ACC0-2B17-B49E-64D512307595}"/>
              </a:ext>
            </a:extLst>
          </p:cNvPr>
          <p:cNvSpPr>
            <a:spLocks noGrp="1"/>
          </p:cNvSpPr>
          <p:nvPr>
            <p:ph type="title"/>
          </p:nvPr>
        </p:nvSpPr>
        <p:spPr/>
        <p:txBody>
          <a:bodyPr/>
          <a:lstStyle/>
          <a:p>
            <a:r>
              <a:rPr lang="en-US" dirty="0"/>
              <a:t>Graphical Symbols</a:t>
            </a:r>
          </a:p>
        </p:txBody>
      </p:sp>
      <p:sp>
        <p:nvSpPr>
          <p:cNvPr id="3" name="Content Placeholder 2">
            <a:extLst>
              <a:ext uri="{FF2B5EF4-FFF2-40B4-BE49-F238E27FC236}">
                <a16:creationId xmlns:a16="http://schemas.microsoft.com/office/drawing/2014/main" id="{4B093BB2-4856-A71C-75CC-7A8E6E222934}"/>
              </a:ext>
            </a:extLst>
          </p:cNvPr>
          <p:cNvSpPr>
            <a:spLocks noGrp="1"/>
          </p:cNvSpPr>
          <p:nvPr>
            <p:ph idx="1"/>
          </p:nvPr>
        </p:nvSpPr>
        <p:spPr/>
        <p:txBody>
          <a:bodyPr/>
          <a:lstStyle/>
          <a:p>
            <a:pPr marL="305435" indent="-305435">
              <a:buFont typeface="Wingdings 2"/>
              <a:buChar char=""/>
            </a:pPr>
            <a:r>
              <a:rPr lang="en-US" dirty="0">
                <a:ea typeface="+mn-lt"/>
                <a:cs typeface="+mn-lt"/>
              </a:rPr>
              <a:t>Instead of drawing pictures of components, electricians use a standard set of </a:t>
            </a:r>
            <a:r>
              <a:rPr lang="en-US" b="1" dirty="0">
                <a:ea typeface="+mn-lt"/>
                <a:cs typeface="+mn-lt"/>
              </a:rPr>
              <a:t>graphical symbols</a:t>
            </a:r>
            <a:r>
              <a:rPr lang="en-US" dirty="0">
                <a:ea typeface="+mn-lt"/>
                <a:cs typeface="+mn-lt"/>
              </a:rPr>
              <a:t> to draw circuit diagrams (schematics).</a:t>
            </a:r>
            <a:endParaRPr lang="en-US" dirty="0"/>
          </a:p>
          <a:p>
            <a:pPr marL="305435" indent="-305435">
              <a:buFont typeface="Wingdings 2"/>
              <a:buChar char=""/>
            </a:pPr>
            <a:r>
              <a:rPr lang="en-US" dirty="0">
                <a:ea typeface="+mn-lt"/>
                <a:cs typeface="+mn-lt"/>
              </a:rPr>
              <a:t>Learning these symbols is like learning the alphabet of electricity.</a:t>
            </a:r>
            <a:endParaRPr lang="en-US" dirty="0"/>
          </a:p>
          <a:p>
            <a:pPr marL="305435" indent="0">
              <a:buNone/>
            </a:pPr>
            <a:r>
              <a:rPr lang="en-US" dirty="0">
                <a:ea typeface="+mn-lt"/>
                <a:cs typeface="+mn-lt"/>
              </a:rPr>
              <a:t>We will now learn the most common symbols. You will be given a full chart for your reference.</a:t>
            </a:r>
            <a:endParaRPr lang="en-US" dirty="0"/>
          </a:p>
        </p:txBody>
      </p:sp>
    </p:spTree>
    <p:extLst>
      <p:ext uri="{BB962C8B-B14F-4D97-AF65-F5344CB8AC3E}">
        <p14:creationId xmlns:p14="http://schemas.microsoft.com/office/powerpoint/2010/main" val="3530712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824DA-F1E0-8700-4DED-E4FAD82460C4}"/>
              </a:ext>
            </a:extLst>
          </p:cNvPr>
          <p:cNvSpPr>
            <a:spLocks noGrp="1"/>
          </p:cNvSpPr>
          <p:nvPr>
            <p:ph type="title"/>
          </p:nvPr>
        </p:nvSpPr>
        <p:spPr/>
        <p:txBody>
          <a:bodyPr/>
          <a:lstStyle/>
          <a:p>
            <a:r>
              <a:rPr lang="en-US" dirty="0">
                <a:ea typeface="+mj-lt"/>
                <a:cs typeface="+mj-lt"/>
              </a:rPr>
              <a:t>Common Component Symbols</a:t>
            </a:r>
            <a:endParaRPr lang="en-US" dirty="0"/>
          </a:p>
        </p:txBody>
      </p:sp>
      <p:pic>
        <p:nvPicPr>
          <p:cNvPr id="6" name="Picture 5" descr="A diagram of electrical symbols&#10;&#10;AI-generated content may be incorrect.">
            <a:extLst>
              <a:ext uri="{FF2B5EF4-FFF2-40B4-BE49-F238E27FC236}">
                <a16:creationId xmlns:a16="http://schemas.microsoft.com/office/drawing/2014/main" id="{C79F547B-435F-312C-99CB-1242CF6AF633}"/>
              </a:ext>
            </a:extLst>
          </p:cNvPr>
          <p:cNvPicPr>
            <a:picLocks noChangeAspect="1"/>
          </p:cNvPicPr>
          <p:nvPr/>
        </p:nvPicPr>
        <p:blipFill>
          <a:blip r:embed="rId2"/>
          <a:stretch>
            <a:fillRect/>
          </a:stretch>
        </p:blipFill>
        <p:spPr>
          <a:xfrm>
            <a:off x="883340" y="2169285"/>
            <a:ext cx="10420016" cy="4065515"/>
          </a:xfrm>
          <a:prstGeom prst="rect">
            <a:avLst/>
          </a:prstGeom>
          <a:ln>
            <a:noFill/>
          </a:ln>
        </p:spPr>
      </p:pic>
    </p:spTree>
    <p:extLst>
      <p:ext uri="{BB962C8B-B14F-4D97-AF65-F5344CB8AC3E}">
        <p14:creationId xmlns:p14="http://schemas.microsoft.com/office/powerpoint/2010/main" val="17079882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51E5A-43DC-3622-5636-ED5C37E69DBB}"/>
              </a:ext>
            </a:extLst>
          </p:cNvPr>
          <p:cNvSpPr>
            <a:spLocks noGrp="1"/>
          </p:cNvSpPr>
          <p:nvPr>
            <p:ph type="title"/>
          </p:nvPr>
        </p:nvSpPr>
        <p:spPr/>
        <p:txBody>
          <a:bodyPr/>
          <a:lstStyle/>
          <a:p>
            <a:r>
              <a:rPr lang="en-US"/>
              <a:t>Meter Symbols &amp; Connection</a:t>
            </a:r>
          </a:p>
        </p:txBody>
      </p:sp>
      <p:sp>
        <p:nvSpPr>
          <p:cNvPr id="3" name="Content Placeholder 2">
            <a:extLst>
              <a:ext uri="{FF2B5EF4-FFF2-40B4-BE49-F238E27FC236}">
                <a16:creationId xmlns:a16="http://schemas.microsoft.com/office/drawing/2014/main" id="{3ABA0850-5ACE-0536-972C-AA6F1A93B426}"/>
              </a:ext>
            </a:extLst>
          </p:cNvPr>
          <p:cNvSpPr>
            <a:spLocks noGrp="1"/>
          </p:cNvSpPr>
          <p:nvPr>
            <p:ph idx="1"/>
          </p:nvPr>
        </p:nvSpPr>
        <p:spPr/>
        <p:txBody>
          <a:bodyPr>
            <a:normAutofit lnSpcReduction="10000"/>
          </a:bodyPr>
          <a:lstStyle/>
          <a:p>
            <a:pPr marL="305435" indent="-305435">
              <a:buNone/>
            </a:pPr>
            <a:r>
              <a:rPr lang="en-US">
                <a:ea typeface="+mn-lt"/>
                <a:cs typeface="+mn-lt"/>
              </a:rPr>
              <a:t>Meters must be connected correctly to measure properly.</a:t>
            </a:r>
            <a:endParaRPr lang="en-US"/>
          </a:p>
          <a:p>
            <a:pPr marL="305435" indent="-305435">
              <a:buFont typeface="Wingdings 2"/>
              <a:buChar char=""/>
            </a:pPr>
            <a:r>
              <a:rPr lang="en-US" b="1">
                <a:ea typeface="+mn-lt"/>
                <a:cs typeface="+mn-lt"/>
              </a:rPr>
              <a:t>Ammeter (Measures Current)</a:t>
            </a:r>
            <a:endParaRPr lang="en-US"/>
          </a:p>
          <a:p>
            <a:pPr marL="915670" lvl="1" indent="-285750">
              <a:buFont typeface="Wingdings 2"/>
              <a:buChar char=""/>
            </a:pPr>
            <a:r>
              <a:rPr lang="en-US">
                <a:ea typeface="+mn-lt"/>
                <a:cs typeface="+mn-lt"/>
              </a:rPr>
              <a:t>Symbol: </a:t>
            </a:r>
            <a:r>
              <a:rPr lang="en-US">
                <a:latin typeface="Consolas"/>
              </a:rPr>
              <a:t>--(A)--</a:t>
            </a:r>
            <a:endParaRPr lang="en-US"/>
          </a:p>
          <a:p>
            <a:pPr marL="915670" lvl="1" indent="-285750">
              <a:buFont typeface="Wingdings 2"/>
              <a:buChar char=""/>
            </a:pPr>
            <a:r>
              <a:rPr lang="en-US">
                <a:ea typeface="+mn-lt"/>
                <a:cs typeface="+mn-lt"/>
              </a:rPr>
              <a:t>Must be connected </a:t>
            </a:r>
            <a:r>
              <a:rPr lang="en-US" b="1">
                <a:ea typeface="+mn-lt"/>
                <a:cs typeface="+mn-lt"/>
              </a:rPr>
              <a:t>IN SERIES</a:t>
            </a:r>
            <a:r>
              <a:rPr lang="en-US">
                <a:ea typeface="+mn-lt"/>
                <a:cs typeface="+mn-lt"/>
              </a:rPr>
              <a:t> with the load (so all the current flows through it).</a:t>
            </a:r>
            <a:endParaRPr lang="en-US"/>
          </a:p>
          <a:p>
            <a:pPr marL="305435" indent="-305435">
              <a:buFont typeface="Wingdings 2"/>
              <a:buChar char=""/>
            </a:pPr>
            <a:r>
              <a:rPr lang="en-US" b="1">
                <a:ea typeface="+mn-lt"/>
                <a:cs typeface="+mn-lt"/>
              </a:rPr>
              <a:t>Voltmeter (Measures Voltage)</a:t>
            </a:r>
            <a:endParaRPr lang="en-US"/>
          </a:p>
          <a:p>
            <a:pPr marL="915670" lvl="1" indent="-285750">
              <a:buFont typeface="Wingdings 2"/>
              <a:buChar char=""/>
            </a:pPr>
            <a:r>
              <a:rPr lang="en-US">
                <a:ea typeface="+mn-lt"/>
                <a:cs typeface="+mn-lt"/>
              </a:rPr>
              <a:t>Symbol: </a:t>
            </a:r>
            <a:r>
              <a:rPr lang="en-US">
                <a:latin typeface="Consolas"/>
              </a:rPr>
              <a:t>--(V)--</a:t>
            </a:r>
            <a:endParaRPr lang="en-US"/>
          </a:p>
          <a:p>
            <a:pPr marL="915670" lvl="1" indent="-285750">
              <a:buFont typeface="Wingdings 2"/>
              <a:buChar char=""/>
            </a:pPr>
            <a:r>
              <a:rPr lang="en-US">
                <a:ea typeface="+mn-lt"/>
                <a:cs typeface="+mn-lt"/>
              </a:rPr>
              <a:t>Must be connected </a:t>
            </a:r>
            <a:r>
              <a:rPr lang="en-US" b="1">
                <a:ea typeface="+mn-lt"/>
                <a:cs typeface="+mn-lt"/>
              </a:rPr>
              <a:t>IN PARALLEL</a:t>
            </a:r>
            <a:r>
              <a:rPr lang="en-US">
                <a:ea typeface="+mn-lt"/>
                <a:cs typeface="+mn-lt"/>
              </a:rPr>
              <a:t> with the load (across the component).</a:t>
            </a:r>
            <a:endParaRPr lang="en-US"/>
          </a:p>
          <a:p>
            <a:pPr marL="305435" indent="-305435">
              <a:buFont typeface="Wingdings 2"/>
              <a:buChar char=""/>
            </a:pPr>
            <a:r>
              <a:rPr lang="en-US" b="1">
                <a:ea typeface="+mn-lt"/>
                <a:cs typeface="+mn-lt"/>
              </a:rPr>
              <a:t>Ohmmeter (Measures Resistance)</a:t>
            </a:r>
            <a:endParaRPr lang="en-US"/>
          </a:p>
          <a:p>
            <a:pPr marL="915670" lvl="1" indent="-285750">
              <a:buFont typeface="Wingdings 2"/>
              <a:buChar char=""/>
            </a:pPr>
            <a:r>
              <a:rPr lang="en-US" dirty="0">
                <a:ea typeface="+mn-lt"/>
                <a:cs typeface="+mn-lt"/>
              </a:rPr>
              <a:t>Symbol: </a:t>
            </a:r>
            <a:r>
              <a:rPr lang="en-US" dirty="0">
                <a:latin typeface="Consolas"/>
              </a:rPr>
              <a:t>--(Ω)--</a:t>
            </a:r>
            <a:endParaRPr lang="en-US" dirty="0"/>
          </a:p>
          <a:p>
            <a:pPr marL="915670" lvl="1" indent="-285750">
              <a:buFont typeface="Wingdings 2"/>
              <a:buChar char=""/>
            </a:pPr>
            <a:r>
              <a:rPr lang="en-US" dirty="0">
                <a:ea typeface="+mn-lt"/>
                <a:cs typeface="+mn-lt"/>
              </a:rPr>
              <a:t>Must only be used when the circuit is </a:t>
            </a:r>
            <a:r>
              <a:rPr lang="en-US" b="1" dirty="0">
                <a:ea typeface="+mn-lt"/>
                <a:cs typeface="+mn-lt"/>
              </a:rPr>
              <a:t>DE-ENERGIZED</a:t>
            </a:r>
            <a:r>
              <a:rPr lang="en-US" dirty="0">
                <a:ea typeface="+mn-lt"/>
                <a:cs typeface="+mn-lt"/>
              </a:rPr>
              <a:t> (power off).</a:t>
            </a:r>
            <a:endParaRPr lang="en-US" dirty="0"/>
          </a:p>
        </p:txBody>
      </p:sp>
    </p:spTree>
    <p:extLst>
      <p:ext uri="{BB962C8B-B14F-4D97-AF65-F5344CB8AC3E}">
        <p14:creationId xmlns:p14="http://schemas.microsoft.com/office/powerpoint/2010/main" val="30883682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DE835-15B0-403A-9E52-EF2D05209945}"/>
              </a:ext>
            </a:extLst>
          </p:cNvPr>
          <p:cNvSpPr>
            <a:spLocks noGrp="1"/>
          </p:cNvSpPr>
          <p:nvPr>
            <p:ph type="title"/>
          </p:nvPr>
        </p:nvSpPr>
        <p:spPr/>
        <p:txBody>
          <a:bodyPr/>
          <a:lstStyle/>
          <a:p>
            <a:r>
              <a:rPr lang="en-US" dirty="0"/>
              <a:t>How ELECTRICITY works - working principle</a:t>
            </a:r>
          </a:p>
          <a:p>
            <a:r>
              <a:rPr lang="en-US" sz="900" dirty="0"/>
              <a:t>https://www.youtube.com/@EngineeringMindset</a:t>
            </a:r>
            <a:endParaRPr lang="en-US" dirty="0"/>
          </a:p>
        </p:txBody>
      </p:sp>
      <p:sp>
        <p:nvSpPr>
          <p:cNvPr id="3" name="Content Placeholder 2">
            <a:extLst>
              <a:ext uri="{FF2B5EF4-FFF2-40B4-BE49-F238E27FC236}">
                <a16:creationId xmlns:a16="http://schemas.microsoft.com/office/drawing/2014/main" id="{74CEDFD6-7B5C-B876-4D75-2401EF01383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699767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AC703-F238-B55F-5AC0-72741823DADE}"/>
              </a:ext>
            </a:extLst>
          </p:cNvPr>
          <p:cNvSpPr>
            <a:spLocks noGrp="1"/>
          </p:cNvSpPr>
          <p:nvPr>
            <p:ph type="title"/>
          </p:nvPr>
        </p:nvSpPr>
        <p:spPr/>
        <p:txBody>
          <a:bodyPr/>
          <a:lstStyle/>
          <a:p>
            <a:r>
              <a:rPr lang="en-US"/>
              <a:t>Module 3: Ohm's Law &amp; Circuit Analysis</a:t>
            </a:r>
          </a:p>
        </p:txBody>
      </p:sp>
      <p:sp>
        <p:nvSpPr>
          <p:cNvPr id="3" name="Content Placeholder 2">
            <a:extLst>
              <a:ext uri="{FF2B5EF4-FFF2-40B4-BE49-F238E27FC236}">
                <a16:creationId xmlns:a16="http://schemas.microsoft.com/office/drawing/2014/main" id="{FC534D75-3F5E-2CD8-F8CF-EDD906CA5529}"/>
              </a:ext>
            </a:extLst>
          </p:cNvPr>
          <p:cNvSpPr>
            <a:spLocks noGrp="1"/>
          </p:cNvSpPr>
          <p:nvPr>
            <p:ph type="body" idx="1"/>
          </p:nvPr>
        </p:nvSpPr>
        <p:spPr/>
        <p:txBody>
          <a:bodyPr/>
          <a:lstStyle/>
          <a:p>
            <a:r>
              <a:rPr lang="en-US" dirty="0">
                <a:ea typeface="+mn-lt"/>
                <a:cs typeface="+mn-lt"/>
              </a:rPr>
              <a:t>Session 3.2: Ohm's Law Calculations &amp; Prefixes</a:t>
            </a:r>
            <a:endParaRPr lang="en-US" dirty="0"/>
          </a:p>
        </p:txBody>
      </p:sp>
    </p:spTree>
    <p:extLst>
      <p:ext uri="{BB962C8B-B14F-4D97-AF65-F5344CB8AC3E}">
        <p14:creationId xmlns:p14="http://schemas.microsoft.com/office/powerpoint/2010/main" val="26845916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94C3A-547C-7DEC-0EF8-7AAB418CD8E7}"/>
              </a:ext>
            </a:extLst>
          </p:cNvPr>
          <p:cNvSpPr>
            <a:spLocks noGrp="1"/>
          </p:cNvSpPr>
          <p:nvPr>
            <p:ph type="title"/>
          </p:nvPr>
        </p:nvSpPr>
        <p:spPr/>
        <p:txBody>
          <a:bodyPr/>
          <a:lstStyle/>
          <a:p>
            <a:r>
              <a:rPr lang="en-US" dirty="0">
                <a:ea typeface="+mj-lt"/>
                <a:cs typeface="+mj-lt"/>
              </a:rPr>
              <a:t>Ohm's Law</a:t>
            </a:r>
            <a:endParaRPr lang="en-US" dirty="0"/>
          </a:p>
        </p:txBody>
      </p:sp>
      <p:sp>
        <p:nvSpPr>
          <p:cNvPr id="3" name="Text Placeholder 2">
            <a:extLst>
              <a:ext uri="{FF2B5EF4-FFF2-40B4-BE49-F238E27FC236}">
                <a16:creationId xmlns:a16="http://schemas.microsoft.com/office/drawing/2014/main" id="{ADECCBFE-9983-2373-F934-8CCC6D81E6FE}"/>
              </a:ext>
            </a:extLst>
          </p:cNvPr>
          <p:cNvSpPr>
            <a:spLocks noGrp="1"/>
          </p:cNvSpPr>
          <p:nvPr>
            <p:ph idx="1"/>
          </p:nvPr>
        </p:nvSpPr>
        <p:spPr/>
        <p:txBody>
          <a:bodyPr/>
          <a:lstStyle/>
          <a:p>
            <a:pPr marL="305435" indent="-305435">
              <a:buFont typeface="Wingdings 2"/>
              <a:buChar char=""/>
            </a:pPr>
            <a:r>
              <a:rPr lang="en-US" b="1">
                <a:ea typeface="+mn-lt"/>
                <a:cs typeface="+mn-lt"/>
              </a:rPr>
              <a:t>Definition:</a:t>
            </a:r>
            <a:r>
              <a:rPr lang="en-US">
                <a:ea typeface="+mn-lt"/>
                <a:cs typeface="+mn-lt"/>
              </a:rPr>
              <a:t> Ohm's Law describes the relationship between voltage, current, and resistance. It states:</a:t>
            </a:r>
            <a:endParaRPr lang="en-US"/>
          </a:p>
          <a:p>
            <a:pPr marL="305435" indent="0">
              <a:buNone/>
            </a:pPr>
            <a:r>
              <a:rPr lang="en-US" b="1">
                <a:ea typeface="+mn-lt"/>
                <a:cs typeface="+mn-lt"/>
              </a:rPr>
              <a:t>"The current flowing through a conductor is directly proportional to the voltage across it and inversely proportional to the resistance, provided all physical conditions and temperature remain constant."</a:t>
            </a:r>
            <a:endParaRPr lang="en-US"/>
          </a:p>
          <a:p>
            <a:pPr marL="305435" indent="-305435">
              <a:buFont typeface="Wingdings 2"/>
              <a:buChar char=""/>
            </a:pPr>
            <a:r>
              <a:rPr lang="en-US">
                <a:ea typeface="+mn-lt"/>
                <a:cs typeface="+mn-lt"/>
              </a:rPr>
              <a:t>In simple terms:</a:t>
            </a:r>
            <a:endParaRPr lang="en-US"/>
          </a:p>
          <a:p>
            <a:pPr marL="305435" indent="-305435">
              <a:buFont typeface="Wingdings 2"/>
              <a:buChar char=""/>
            </a:pPr>
            <a:r>
              <a:rPr lang="en-US">
                <a:ea typeface="+mn-lt"/>
                <a:cs typeface="+mn-lt"/>
              </a:rPr>
              <a:t>If you increase the </a:t>
            </a:r>
            <a:r>
              <a:rPr lang="en-US" b="1">
                <a:ea typeface="+mn-lt"/>
                <a:cs typeface="+mn-lt"/>
              </a:rPr>
              <a:t>voltage</a:t>
            </a:r>
            <a:r>
              <a:rPr lang="en-US">
                <a:ea typeface="+mn-lt"/>
                <a:cs typeface="+mn-lt"/>
              </a:rPr>
              <a:t> (push), the </a:t>
            </a:r>
            <a:r>
              <a:rPr lang="en-US" b="1">
                <a:ea typeface="+mn-lt"/>
                <a:cs typeface="+mn-lt"/>
              </a:rPr>
              <a:t>current</a:t>
            </a:r>
            <a:r>
              <a:rPr lang="en-US">
                <a:ea typeface="+mn-lt"/>
                <a:cs typeface="+mn-lt"/>
              </a:rPr>
              <a:t> (flow) will increase.</a:t>
            </a:r>
            <a:endParaRPr lang="en-US"/>
          </a:p>
          <a:p>
            <a:pPr marL="305435" indent="-305435">
              <a:buFont typeface="Wingdings 2"/>
              <a:buChar char=""/>
            </a:pPr>
            <a:r>
              <a:rPr lang="en-US" dirty="0">
                <a:ea typeface="+mn-lt"/>
                <a:cs typeface="+mn-lt"/>
              </a:rPr>
              <a:t>If you increase the </a:t>
            </a:r>
            <a:r>
              <a:rPr lang="en-US" b="1" dirty="0">
                <a:ea typeface="+mn-lt"/>
                <a:cs typeface="+mn-lt"/>
              </a:rPr>
              <a:t>resistance</a:t>
            </a:r>
            <a:r>
              <a:rPr lang="en-US" dirty="0">
                <a:ea typeface="+mn-lt"/>
                <a:cs typeface="+mn-lt"/>
              </a:rPr>
              <a:t> (opposition), the </a:t>
            </a:r>
            <a:r>
              <a:rPr lang="en-US" b="1" dirty="0">
                <a:ea typeface="+mn-lt"/>
                <a:cs typeface="+mn-lt"/>
              </a:rPr>
              <a:t>current</a:t>
            </a:r>
            <a:r>
              <a:rPr lang="en-US" dirty="0">
                <a:ea typeface="+mn-lt"/>
                <a:cs typeface="+mn-lt"/>
              </a:rPr>
              <a:t> (flow) will decrease.</a:t>
            </a:r>
            <a:endParaRPr lang="en-US" dirty="0"/>
          </a:p>
        </p:txBody>
      </p:sp>
    </p:spTree>
    <p:extLst>
      <p:ext uri="{BB962C8B-B14F-4D97-AF65-F5344CB8AC3E}">
        <p14:creationId xmlns:p14="http://schemas.microsoft.com/office/powerpoint/2010/main" val="7986716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348310FD-3CA9-5667-F873-0B34DDB15438}"/>
              </a:ext>
            </a:extLst>
          </p:cNvPr>
          <p:cNvSpPr>
            <a:spLocks noGrp="1"/>
          </p:cNvSpPr>
          <p:nvPr>
            <p:ph type="title"/>
          </p:nvPr>
        </p:nvSpPr>
        <p:spPr>
          <a:xfrm>
            <a:off x="637447" y="702155"/>
            <a:ext cx="4762156" cy="755593"/>
          </a:xfrm>
        </p:spPr>
        <p:txBody>
          <a:bodyPr>
            <a:normAutofit/>
          </a:bodyPr>
          <a:lstStyle/>
          <a:p>
            <a:r>
              <a:rPr lang="en-US" dirty="0">
                <a:ea typeface="+mj-lt"/>
                <a:cs typeface="+mj-lt"/>
              </a:rPr>
              <a:t>The Ohm's Law Formula</a:t>
            </a:r>
            <a:endParaRPr lang="en-US" dirty="0"/>
          </a:p>
        </p:txBody>
      </p:sp>
      <p:sp>
        <p:nvSpPr>
          <p:cNvPr id="11" name="Rectangle 10">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1E163B53-D0A5-8A17-C2FC-FA1DA0B0D713}"/>
              </a:ext>
            </a:extLst>
          </p:cNvPr>
          <p:cNvSpPr>
            <a:spLocks noGrp="1"/>
          </p:cNvSpPr>
          <p:nvPr>
            <p:ph idx="1"/>
          </p:nvPr>
        </p:nvSpPr>
        <p:spPr>
          <a:xfrm>
            <a:off x="637447" y="1487057"/>
            <a:ext cx="4450012" cy="4791256"/>
          </a:xfrm>
        </p:spPr>
        <p:txBody>
          <a:bodyPr>
            <a:normAutofit/>
          </a:bodyPr>
          <a:lstStyle/>
          <a:p>
            <a:pPr marL="305435" indent="-305435">
              <a:lnSpc>
                <a:spcPct val="90000"/>
              </a:lnSpc>
              <a:buNone/>
            </a:pPr>
            <a:r>
              <a:rPr lang="en-US">
                <a:ea typeface="+mn-lt"/>
                <a:cs typeface="+mn-lt"/>
              </a:rPr>
              <a:t>The relationship is expressed by the formula:</a:t>
            </a:r>
            <a:endParaRPr lang="en-US"/>
          </a:p>
          <a:p>
            <a:pPr marL="305435" indent="-305435">
              <a:lnSpc>
                <a:spcPct val="90000"/>
              </a:lnSpc>
              <a:buNone/>
            </a:pPr>
            <a:r>
              <a:rPr lang="en-US" b="1"/>
              <a:t>V = I x R</a:t>
            </a:r>
            <a:endParaRPr lang="en-US"/>
          </a:p>
          <a:p>
            <a:pPr marL="305435" indent="-305435">
              <a:lnSpc>
                <a:spcPct val="90000"/>
              </a:lnSpc>
              <a:buFont typeface="Wingdings 2"/>
              <a:buChar char=""/>
            </a:pPr>
            <a:r>
              <a:rPr lang="en-US" b="1">
                <a:ea typeface="+mn-lt"/>
                <a:cs typeface="+mn-lt"/>
              </a:rPr>
              <a:t>V</a:t>
            </a:r>
            <a:r>
              <a:rPr lang="en-US">
                <a:ea typeface="+mn-lt"/>
                <a:cs typeface="+mn-lt"/>
              </a:rPr>
              <a:t> = Voltage (in Volts)</a:t>
            </a:r>
            <a:endParaRPr lang="en-US"/>
          </a:p>
          <a:p>
            <a:pPr marL="305435" indent="-305435">
              <a:lnSpc>
                <a:spcPct val="90000"/>
              </a:lnSpc>
              <a:buFont typeface="Wingdings 2"/>
              <a:buChar char=""/>
            </a:pPr>
            <a:r>
              <a:rPr lang="en-US" b="1">
                <a:ea typeface="+mn-lt"/>
                <a:cs typeface="+mn-lt"/>
              </a:rPr>
              <a:t>I</a:t>
            </a:r>
            <a:r>
              <a:rPr lang="en-US">
                <a:ea typeface="+mn-lt"/>
                <a:cs typeface="+mn-lt"/>
              </a:rPr>
              <a:t> = Current (in Amps)</a:t>
            </a:r>
            <a:endParaRPr lang="en-US"/>
          </a:p>
          <a:p>
            <a:pPr marL="305435" indent="-305435">
              <a:lnSpc>
                <a:spcPct val="90000"/>
              </a:lnSpc>
              <a:buFont typeface="Wingdings 2"/>
              <a:buChar char=""/>
            </a:pPr>
            <a:r>
              <a:rPr lang="en-US" b="1">
                <a:ea typeface="+mn-lt"/>
                <a:cs typeface="+mn-lt"/>
              </a:rPr>
              <a:t>R</a:t>
            </a:r>
            <a:r>
              <a:rPr lang="en-US">
                <a:ea typeface="+mn-lt"/>
                <a:cs typeface="+mn-lt"/>
              </a:rPr>
              <a:t> = Resistance (in Ohms)</a:t>
            </a:r>
            <a:endParaRPr lang="en-US"/>
          </a:p>
          <a:p>
            <a:pPr marL="305435" indent="0">
              <a:lnSpc>
                <a:spcPct val="90000"/>
              </a:lnSpc>
              <a:buNone/>
            </a:pPr>
            <a:r>
              <a:rPr lang="en-US">
                <a:ea typeface="+mn-lt"/>
                <a:cs typeface="+mn-lt"/>
              </a:rPr>
              <a:t>You can use the </a:t>
            </a:r>
            <a:r>
              <a:rPr lang="en-US" b="1">
                <a:ea typeface="+mn-lt"/>
                <a:cs typeface="+mn-lt"/>
              </a:rPr>
              <a:t>Ohm's Law Triangle</a:t>
            </a:r>
            <a:r>
              <a:rPr lang="en-US">
                <a:ea typeface="+mn-lt"/>
                <a:cs typeface="+mn-lt"/>
              </a:rPr>
              <a:t> to easily rearrange the formula to solve for any of the three variables.</a:t>
            </a:r>
            <a:endParaRPr lang="en-US"/>
          </a:p>
          <a:p>
            <a:pPr marL="305435" indent="-305435">
              <a:lnSpc>
                <a:spcPct val="90000"/>
              </a:lnSpc>
              <a:buFont typeface="Wingdings 2"/>
              <a:buChar char=""/>
            </a:pPr>
            <a:r>
              <a:rPr lang="en-US">
                <a:ea typeface="+mn-lt"/>
                <a:cs typeface="+mn-lt"/>
              </a:rPr>
              <a:t>To find </a:t>
            </a:r>
            <a:r>
              <a:rPr lang="en-US" b="1">
                <a:ea typeface="+mn-lt"/>
                <a:cs typeface="+mn-lt"/>
              </a:rPr>
              <a:t>V</a:t>
            </a:r>
            <a:r>
              <a:rPr lang="en-US">
                <a:ea typeface="+mn-lt"/>
                <a:cs typeface="+mn-lt"/>
              </a:rPr>
              <a:t>: Cover V, which leaves </a:t>
            </a:r>
            <a:r>
              <a:rPr lang="en-US">
                <a:latin typeface="Consolas"/>
              </a:rPr>
              <a:t>I x R</a:t>
            </a:r>
            <a:r>
              <a:rPr lang="en-US">
                <a:ea typeface="+mn-lt"/>
                <a:cs typeface="+mn-lt"/>
              </a:rPr>
              <a:t>.</a:t>
            </a:r>
            <a:endParaRPr lang="en-US"/>
          </a:p>
          <a:p>
            <a:pPr marL="305435" indent="-305435">
              <a:lnSpc>
                <a:spcPct val="90000"/>
              </a:lnSpc>
              <a:buFont typeface="Wingdings 2"/>
              <a:buChar char=""/>
            </a:pPr>
            <a:r>
              <a:rPr lang="en-US">
                <a:ea typeface="+mn-lt"/>
                <a:cs typeface="+mn-lt"/>
              </a:rPr>
              <a:t>To find </a:t>
            </a:r>
            <a:r>
              <a:rPr lang="en-US" b="1">
                <a:ea typeface="+mn-lt"/>
                <a:cs typeface="+mn-lt"/>
              </a:rPr>
              <a:t>I</a:t>
            </a:r>
            <a:r>
              <a:rPr lang="en-US">
                <a:ea typeface="+mn-lt"/>
                <a:cs typeface="+mn-lt"/>
              </a:rPr>
              <a:t>: Cover I, which leaves </a:t>
            </a:r>
            <a:r>
              <a:rPr lang="en-US">
                <a:latin typeface="Consolas"/>
              </a:rPr>
              <a:t>V / R</a:t>
            </a:r>
            <a:r>
              <a:rPr lang="en-US">
                <a:ea typeface="+mn-lt"/>
                <a:cs typeface="+mn-lt"/>
              </a:rPr>
              <a:t>.</a:t>
            </a:r>
            <a:endParaRPr lang="en-US"/>
          </a:p>
          <a:p>
            <a:pPr marL="305435" indent="-305435">
              <a:lnSpc>
                <a:spcPct val="90000"/>
              </a:lnSpc>
              <a:buFont typeface="Wingdings 2"/>
              <a:buChar char=""/>
            </a:pPr>
            <a:r>
              <a:rPr lang="en-US">
                <a:ea typeface="+mn-lt"/>
                <a:cs typeface="+mn-lt"/>
              </a:rPr>
              <a:t>To find </a:t>
            </a:r>
            <a:r>
              <a:rPr lang="en-US" b="1">
                <a:ea typeface="+mn-lt"/>
                <a:cs typeface="+mn-lt"/>
              </a:rPr>
              <a:t>R</a:t>
            </a:r>
            <a:r>
              <a:rPr lang="en-US">
                <a:ea typeface="+mn-lt"/>
                <a:cs typeface="+mn-lt"/>
              </a:rPr>
              <a:t>: Cover R, which leaves </a:t>
            </a:r>
            <a:r>
              <a:rPr lang="en-US">
                <a:latin typeface="Consolas"/>
              </a:rPr>
              <a:t>V / I</a:t>
            </a:r>
            <a:r>
              <a:rPr lang="en-US">
                <a:ea typeface="+mn-lt"/>
                <a:cs typeface="+mn-lt"/>
              </a:rPr>
              <a:t>.</a:t>
            </a:r>
            <a:endParaRPr lang="en-US"/>
          </a:p>
          <a:p>
            <a:pPr marL="0" indent="0">
              <a:lnSpc>
                <a:spcPct val="90000"/>
              </a:lnSpc>
              <a:buNone/>
            </a:pPr>
            <a:endParaRPr lang="en-US"/>
          </a:p>
        </p:txBody>
      </p:sp>
      <p:pic>
        <p:nvPicPr>
          <p:cNvPr id="4" name="Picture 3" descr="A triangle with text and symbols&#10;&#10;AI-generated content may be incorrect.">
            <a:extLst>
              <a:ext uri="{FF2B5EF4-FFF2-40B4-BE49-F238E27FC236}">
                <a16:creationId xmlns:a16="http://schemas.microsoft.com/office/drawing/2014/main" id="{689DC00D-D805-57EC-25C0-F74C683CB497}"/>
              </a:ext>
            </a:extLst>
          </p:cNvPr>
          <p:cNvPicPr>
            <a:picLocks noChangeAspect="1"/>
          </p:cNvPicPr>
          <p:nvPr/>
        </p:nvPicPr>
        <p:blipFill>
          <a:blip r:embed="rId2"/>
          <a:stretch>
            <a:fillRect/>
          </a:stretch>
        </p:blipFill>
        <p:spPr>
          <a:xfrm>
            <a:off x="5510384" y="702156"/>
            <a:ext cx="5867721" cy="5273194"/>
          </a:xfrm>
          <a:prstGeom prst="rect">
            <a:avLst/>
          </a:prstGeom>
          <a:ln>
            <a:noFill/>
          </a:ln>
        </p:spPr>
      </p:pic>
    </p:spTree>
    <p:extLst>
      <p:ext uri="{BB962C8B-B14F-4D97-AF65-F5344CB8AC3E}">
        <p14:creationId xmlns:p14="http://schemas.microsoft.com/office/powerpoint/2010/main" val="3811283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C2022-4808-4856-4B7F-7AEC14E48FF4}"/>
              </a:ext>
            </a:extLst>
          </p:cNvPr>
          <p:cNvSpPr>
            <a:spLocks noGrp="1"/>
          </p:cNvSpPr>
          <p:nvPr>
            <p:ph type="title"/>
          </p:nvPr>
        </p:nvSpPr>
        <p:spPr/>
        <p:txBody>
          <a:bodyPr/>
          <a:lstStyle/>
          <a:p>
            <a:r>
              <a:rPr lang="en-US" dirty="0">
                <a:ea typeface="+mj-lt"/>
                <a:cs typeface="+mj-lt"/>
              </a:rPr>
              <a:t>Calculation Practice</a:t>
            </a:r>
            <a:endParaRPr lang="en-US" dirty="0"/>
          </a:p>
        </p:txBody>
      </p:sp>
      <p:sp>
        <p:nvSpPr>
          <p:cNvPr id="3" name="Content Placeholder 2">
            <a:extLst>
              <a:ext uri="{FF2B5EF4-FFF2-40B4-BE49-F238E27FC236}">
                <a16:creationId xmlns:a16="http://schemas.microsoft.com/office/drawing/2014/main" id="{8158F55A-FFD3-D369-17CE-A3E93D800671}"/>
              </a:ext>
            </a:extLst>
          </p:cNvPr>
          <p:cNvSpPr>
            <a:spLocks noGrp="1"/>
          </p:cNvSpPr>
          <p:nvPr>
            <p:ph idx="1"/>
          </p:nvPr>
        </p:nvSpPr>
        <p:spPr/>
        <p:txBody>
          <a:bodyPr/>
          <a:lstStyle/>
          <a:p>
            <a:pPr marL="305435" indent="-305435">
              <a:buNone/>
            </a:pPr>
            <a:r>
              <a:rPr lang="en-US" dirty="0">
                <a:ea typeface="+mn-lt"/>
                <a:cs typeface="+mn-lt"/>
              </a:rPr>
              <a:t>Let's use the formula.</a:t>
            </a:r>
            <a:endParaRPr lang="en-US" dirty="0"/>
          </a:p>
          <a:p>
            <a:pPr marL="305435" indent="-305435">
              <a:buNone/>
            </a:pPr>
            <a:r>
              <a:rPr lang="en-US" b="1" dirty="0">
                <a:ea typeface="+mn-lt"/>
                <a:cs typeface="+mn-lt"/>
              </a:rPr>
              <a:t>Example 1:</a:t>
            </a:r>
            <a:r>
              <a:rPr lang="en-US" dirty="0">
                <a:ea typeface="+mn-lt"/>
                <a:cs typeface="+mn-lt"/>
              </a:rPr>
              <a:t> A simple circuit has a 230Ω resistor connected to a power source. If a current of 5 Amps is flowing, what is the source voltage?</a:t>
            </a:r>
            <a:endParaRPr lang="en-US" dirty="0"/>
          </a:p>
          <a:p>
            <a:pPr marL="305435" indent="-305435">
              <a:buFont typeface="Wingdings 2"/>
              <a:buChar char=""/>
            </a:pPr>
            <a:r>
              <a:rPr lang="en-US" b="1" dirty="0">
                <a:ea typeface="+mn-lt"/>
                <a:cs typeface="+mn-lt"/>
              </a:rPr>
              <a:t>Known:</a:t>
            </a:r>
            <a:r>
              <a:rPr lang="en-US" dirty="0">
                <a:ea typeface="+mn-lt"/>
                <a:cs typeface="+mn-lt"/>
              </a:rPr>
              <a:t> R = 230Ω, I = 5A</a:t>
            </a:r>
            <a:endParaRPr lang="en-US" dirty="0"/>
          </a:p>
          <a:p>
            <a:pPr marL="305435" indent="-305435">
              <a:buFont typeface="Wingdings 2"/>
              <a:buChar char=""/>
            </a:pPr>
            <a:r>
              <a:rPr lang="en-US" b="1" dirty="0">
                <a:ea typeface="+mn-lt"/>
                <a:cs typeface="+mn-lt"/>
              </a:rPr>
              <a:t>Unknown:</a:t>
            </a:r>
            <a:r>
              <a:rPr lang="en-US" dirty="0">
                <a:ea typeface="+mn-lt"/>
                <a:cs typeface="+mn-lt"/>
              </a:rPr>
              <a:t> V</a:t>
            </a:r>
            <a:endParaRPr lang="en-US"/>
          </a:p>
          <a:p>
            <a:pPr marL="305435" indent="-305435">
              <a:buFont typeface="Wingdings 2"/>
              <a:buChar char=""/>
            </a:pPr>
            <a:r>
              <a:rPr lang="en-US" b="1" dirty="0">
                <a:ea typeface="+mn-lt"/>
                <a:cs typeface="+mn-lt"/>
              </a:rPr>
              <a:t>Formula:</a:t>
            </a:r>
            <a:r>
              <a:rPr lang="en-US" dirty="0">
                <a:ea typeface="+mn-lt"/>
                <a:cs typeface="+mn-lt"/>
              </a:rPr>
              <a:t> V = I x R</a:t>
            </a:r>
            <a:endParaRPr lang="en-US"/>
          </a:p>
          <a:p>
            <a:pPr marL="305435" indent="-305435">
              <a:buFont typeface="Wingdings 2"/>
              <a:buChar char=""/>
            </a:pPr>
            <a:r>
              <a:rPr lang="en-US" b="1" dirty="0">
                <a:ea typeface="+mn-lt"/>
                <a:cs typeface="+mn-lt"/>
              </a:rPr>
              <a:t>Calculation:</a:t>
            </a:r>
            <a:r>
              <a:rPr lang="en-US" dirty="0">
                <a:ea typeface="+mn-lt"/>
                <a:cs typeface="+mn-lt"/>
              </a:rPr>
              <a:t> V = 5A x 230Ω</a:t>
            </a:r>
            <a:endParaRPr lang="en-US" dirty="0"/>
          </a:p>
          <a:p>
            <a:pPr marL="305435" indent="-305435">
              <a:buFont typeface="Wingdings 2"/>
              <a:buChar char=""/>
            </a:pPr>
            <a:r>
              <a:rPr lang="en-US" b="1" dirty="0">
                <a:ea typeface="+mn-lt"/>
                <a:cs typeface="+mn-lt"/>
              </a:rPr>
              <a:t>Answer:</a:t>
            </a:r>
            <a:r>
              <a:rPr lang="en-US" dirty="0">
                <a:ea typeface="+mn-lt"/>
                <a:cs typeface="+mn-lt"/>
              </a:rPr>
              <a:t> V = 1150 Volts</a:t>
            </a:r>
            <a:endParaRPr lang="en-US" dirty="0"/>
          </a:p>
        </p:txBody>
      </p:sp>
    </p:spTree>
    <p:extLst>
      <p:ext uri="{BB962C8B-B14F-4D97-AF65-F5344CB8AC3E}">
        <p14:creationId xmlns:p14="http://schemas.microsoft.com/office/powerpoint/2010/main" val="33448959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14574-D605-4052-CD09-1577978745C4}"/>
              </a:ext>
            </a:extLst>
          </p:cNvPr>
          <p:cNvSpPr>
            <a:spLocks noGrp="1"/>
          </p:cNvSpPr>
          <p:nvPr>
            <p:ph type="title"/>
          </p:nvPr>
        </p:nvSpPr>
        <p:spPr>
          <a:xfrm>
            <a:off x="581192" y="702156"/>
            <a:ext cx="11029616" cy="658042"/>
          </a:xfrm>
        </p:spPr>
        <p:txBody>
          <a:bodyPr/>
          <a:lstStyle/>
          <a:p>
            <a:r>
              <a:rPr lang="en-US" dirty="0">
                <a:ea typeface="+mj-lt"/>
                <a:cs typeface="+mj-lt"/>
              </a:rPr>
              <a:t>Working with Large &amp; Small Numbers</a:t>
            </a:r>
            <a:endParaRPr lang="en-US" dirty="0"/>
          </a:p>
        </p:txBody>
      </p:sp>
      <p:pic>
        <p:nvPicPr>
          <p:cNvPr id="14" name="Content Placeholder 13" descr="A screenshot of a computer&#10;&#10;AI-generated content may be incorrect.">
            <a:extLst>
              <a:ext uri="{FF2B5EF4-FFF2-40B4-BE49-F238E27FC236}">
                <a16:creationId xmlns:a16="http://schemas.microsoft.com/office/drawing/2014/main" id="{40337F03-266A-CC7B-8DA4-047FBBFFF3E1}"/>
              </a:ext>
            </a:extLst>
          </p:cNvPr>
          <p:cNvPicPr>
            <a:picLocks noGrp="1" noChangeAspect="1"/>
          </p:cNvPicPr>
          <p:nvPr>
            <p:ph idx="1"/>
          </p:nvPr>
        </p:nvPicPr>
        <p:blipFill>
          <a:blip r:embed="rId2"/>
          <a:stretch>
            <a:fillRect/>
          </a:stretch>
        </p:blipFill>
        <p:spPr>
          <a:xfrm>
            <a:off x="1609140" y="2204793"/>
            <a:ext cx="8973719" cy="3634486"/>
          </a:xfrm>
          <a:prstGeom prst="rect">
            <a:avLst/>
          </a:prstGeom>
        </p:spPr>
      </p:pic>
      <p:sp>
        <p:nvSpPr>
          <p:cNvPr id="15" name="TextBox 14">
            <a:extLst>
              <a:ext uri="{FF2B5EF4-FFF2-40B4-BE49-F238E27FC236}">
                <a16:creationId xmlns:a16="http://schemas.microsoft.com/office/drawing/2014/main" id="{DEC294B5-61DE-271E-BFFB-F8607ED4A504}"/>
              </a:ext>
            </a:extLst>
          </p:cNvPr>
          <p:cNvSpPr txBox="1"/>
          <p:nvPr/>
        </p:nvSpPr>
        <p:spPr>
          <a:xfrm>
            <a:off x="587829" y="1553936"/>
            <a:ext cx="1059452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In electrical / electronics, we often work with very large or very small numbers. We use </a:t>
            </a:r>
            <a:r>
              <a:rPr lang="en-US" sz="1600" b="1" dirty="0"/>
              <a:t>engineering prefixes</a:t>
            </a:r>
            <a:r>
              <a:rPr lang="en-US" sz="1600" dirty="0"/>
              <a:t> to make them easier to write.</a:t>
            </a:r>
          </a:p>
        </p:txBody>
      </p:sp>
      <p:sp>
        <p:nvSpPr>
          <p:cNvPr id="17" name="TextBox 16">
            <a:extLst>
              <a:ext uri="{FF2B5EF4-FFF2-40B4-BE49-F238E27FC236}">
                <a16:creationId xmlns:a16="http://schemas.microsoft.com/office/drawing/2014/main" id="{B97D3D37-FDF1-5B89-4DEC-50C7F136AF01}"/>
              </a:ext>
            </a:extLst>
          </p:cNvPr>
          <p:cNvSpPr txBox="1"/>
          <p:nvPr/>
        </p:nvSpPr>
        <p:spPr>
          <a:xfrm>
            <a:off x="397329" y="5840186"/>
            <a:ext cx="107850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IMPORTANT:</a:t>
            </a:r>
            <a:r>
              <a:rPr lang="en-US"/>
              <a:t> You must convert all values to their base units (Volts, Amps, Ohms) before doing calculations!</a:t>
            </a:r>
          </a:p>
        </p:txBody>
      </p:sp>
    </p:spTree>
    <p:extLst>
      <p:ext uri="{BB962C8B-B14F-4D97-AF65-F5344CB8AC3E}">
        <p14:creationId xmlns:p14="http://schemas.microsoft.com/office/powerpoint/2010/main" val="9164684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D77A3-E69F-7868-DF39-FAF9EC12904A}"/>
              </a:ext>
            </a:extLst>
          </p:cNvPr>
          <p:cNvSpPr>
            <a:spLocks noGrp="1"/>
          </p:cNvSpPr>
          <p:nvPr>
            <p:ph type="title"/>
          </p:nvPr>
        </p:nvSpPr>
        <p:spPr/>
        <p:txBody>
          <a:bodyPr/>
          <a:lstStyle/>
          <a:p>
            <a:r>
              <a:rPr lang="en-US" dirty="0">
                <a:ea typeface="+mj-lt"/>
                <a:cs typeface="+mj-lt"/>
              </a:rPr>
              <a:t>Calculation with Prefixes</a:t>
            </a:r>
            <a:endParaRPr lang="en-US" dirty="0"/>
          </a:p>
        </p:txBody>
      </p:sp>
      <p:sp>
        <p:nvSpPr>
          <p:cNvPr id="3" name="Content Placeholder 2">
            <a:extLst>
              <a:ext uri="{FF2B5EF4-FFF2-40B4-BE49-F238E27FC236}">
                <a16:creationId xmlns:a16="http://schemas.microsoft.com/office/drawing/2014/main" id="{C27E11F6-8E86-096B-32D0-78E2E4BF8003}"/>
              </a:ext>
            </a:extLst>
          </p:cNvPr>
          <p:cNvSpPr>
            <a:spLocks noGrp="1"/>
          </p:cNvSpPr>
          <p:nvPr>
            <p:ph idx="1"/>
          </p:nvPr>
        </p:nvSpPr>
        <p:spPr/>
        <p:txBody>
          <a:bodyPr/>
          <a:lstStyle/>
          <a:p>
            <a:pPr marL="305435" indent="-305435">
              <a:buNone/>
            </a:pPr>
            <a:r>
              <a:rPr lang="en-US" b="1">
                <a:ea typeface="+mn-lt"/>
                <a:cs typeface="+mn-lt"/>
              </a:rPr>
              <a:t>Example 2:</a:t>
            </a:r>
            <a:r>
              <a:rPr lang="en-US">
                <a:ea typeface="+mn-lt"/>
                <a:cs typeface="+mn-lt"/>
              </a:rPr>
              <a:t> A circuit has a resistance of 2 </a:t>
            </a:r>
            <a:r>
              <a:rPr lang="en-US" err="1">
                <a:ea typeface="+mn-lt"/>
                <a:cs typeface="+mn-lt"/>
              </a:rPr>
              <a:t>kΩ</a:t>
            </a:r>
            <a:r>
              <a:rPr lang="en-US">
                <a:ea typeface="+mn-lt"/>
                <a:cs typeface="+mn-lt"/>
              </a:rPr>
              <a:t> and a current of 50 mA is flowing. What is the voltage?</a:t>
            </a:r>
            <a:endParaRPr lang="en-US"/>
          </a:p>
          <a:p>
            <a:pPr marL="305435" indent="-305435">
              <a:buFont typeface="Wingdings 2"/>
              <a:buChar char=""/>
            </a:pPr>
            <a:r>
              <a:rPr lang="en-US" b="1">
                <a:ea typeface="+mn-lt"/>
                <a:cs typeface="+mn-lt"/>
              </a:rPr>
              <a:t>Step 1: Convert to base units.</a:t>
            </a:r>
            <a:endParaRPr lang="en-US"/>
          </a:p>
          <a:p>
            <a:pPr marL="915670" lvl="1" indent="-285750">
              <a:buFont typeface="Wingdings 2"/>
              <a:buChar char=""/>
            </a:pPr>
            <a:r>
              <a:rPr lang="en-US">
                <a:ea typeface="+mn-lt"/>
                <a:cs typeface="+mn-lt"/>
              </a:rPr>
              <a:t>R = 2 kΩ = 2 x 1000 = </a:t>
            </a:r>
            <a:r>
              <a:rPr lang="en-US" b="1">
                <a:ea typeface="+mn-lt"/>
                <a:cs typeface="+mn-lt"/>
              </a:rPr>
              <a:t>2000 Ω</a:t>
            </a:r>
            <a:endParaRPr lang="en-US"/>
          </a:p>
          <a:p>
            <a:pPr marL="915670" lvl="1" indent="-285750">
              <a:buFont typeface="Wingdings 2"/>
              <a:buChar char=""/>
            </a:pPr>
            <a:r>
              <a:rPr lang="en-US">
                <a:ea typeface="+mn-lt"/>
                <a:cs typeface="+mn-lt"/>
              </a:rPr>
              <a:t>I = 50 mA = 50 / 1000 = </a:t>
            </a:r>
            <a:r>
              <a:rPr lang="en-US" b="1">
                <a:ea typeface="+mn-lt"/>
                <a:cs typeface="+mn-lt"/>
              </a:rPr>
              <a:t>0.05 A</a:t>
            </a:r>
            <a:endParaRPr lang="en-US"/>
          </a:p>
          <a:p>
            <a:pPr marL="305435" indent="-305435">
              <a:buFont typeface="Wingdings 2"/>
              <a:buChar char=""/>
            </a:pPr>
            <a:r>
              <a:rPr lang="en-US" b="1">
                <a:ea typeface="+mn-lt"/>
                <a:cs typeface="+mn-lt"/>
              </a:rPr>
              <a:t>Step 2: Use the formula.</a:t>
            </a:r>
            <a:endParaRPr lang="en-US"/>
          </a:p>
          <a:p>
            <a:pPr marL="915670" lvl="1" indent="-285750">
              <a:buFont typeface="Wingdings 2"/>
              <a:buChar char=""/>
            </a:pPr>
            <a:r>
              <a:rPr lang="en-US">
                <a:ea typeface="+mn-lt"/>
                <a:cs typeface="+mn-lt"/>
              </a:rPr>
              <a:t>V = I x R</a:t>
            </a:r>
            <a:endParaRPr lang="en-US"/>
          </a:p>
          <a:p>
            <a:pPr marL="915670" lvl="1" indent="-285750">
              <a:buFont typeface="Wingdings 2"/>
              <a:buChar char=""/>
            </a:pPr>
            <a:r>
              <a:rPr lang="en-US">
                <a:ea typeface="+mn-lt"/>
                <a:cs typeface="+mn-lt"/>
              </a:rPr>
              <a:t>V = 0.05 A x 2000 Ω</a:t>
            </a:r>
            <a:endParaRPr lang="en-US"/>
          </a:p>
          <a:p>
            <a:pPr marL="305435" indent="-305435">
              <a:buFont typeface="Wingdings 2"/>
              <a:buChar char=""/>
            </a:pPr>
            <a:r>
              <a:rPr lang="en-US" b="1" dirty="0">
                <a:ea typeface="+mn-lt"/>
                <a:cs typeface="+mn-lt"/>
              </a:rPr>
              <a:t>Answer:</a:t>
            </a:r>
            <a:r>
              <a:rPr lang="en-US" dirty="0">
                <a:ea typeface="+mn-lt"/>
                <a:cs typeface="+mn-lt"/>
              </a:rPr>
              <a:t> V = 100 Volts</a:t>
            </a:r>
            <a:endParaRPr lang="en-US" dirty="0"/>
          </a:p>
        </p:txBody>
      </p:sp>
    </p:spTree>
    <p:extLst>
      <p:ext uri="{BB962C8B-B14F-4D97-AF65-F5344CB8AC3E}">
        <p14:creationId xmlns:p14="http://schemas.microsoft.com/office/powerpoint/2010/main" val="18895657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6C36A-E32C-59AC-F13A-56E6B91CC553}"/>
              </a:ext>
            </a:extLst>
          </p:cNvPr>
          <p:cNvSpPr>
            <a:spLocks noGrp="1"/>
          </p:cNvSpPr>
          <p:nvPr>
            <p:ph type="title"/>
          </p:nvPr>
        </p:nvSpPr>
        <p:spPr/>
        <p:txBody>
          <a:bodyPr/>
          <a:lstStyle/>
          <a:p>
            <a:r>
              <a:rPr lang="en-US" dirty="0"/>
              <a:t>Ohms Law Explained - The basics circuit theory</a:t>
            </a:r>
            <a:br>
              <a:rPr lang="en-US" dirty="0"/>
            </a:br>
            <a:r>
              <a:rPr lang="en-US" sz="900" dirty="0"/>
              <a:t>https://www.youtube.com/@EngineeringMindset</a:t>
            </a:r>
          </a:p>
        </p:txBody>
      </p:sp>
      <p:sp>
        <p:nvSpPr>
          <p:cNvPr id="3" name="Content Placeholder 2">
            <a:extLst>
              <a:ext uri="{FF2B5EF4-FFF2-40B4-BE49-F238E27FC236}">
                <a16:creationId xmlns:a16="http://schemas.microsoft.com/office/drawing/2014/main" id="{7B4F08D4-ADC8-2516-E1E6-28D3DB0C379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701624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A3B4D-9644-F8AE-ECEA-E951499D387A}"/>
              </a:ext>
            </a:extLst>
          </p:cNvPr>
          <p:cNvSpPr>
            <a:spLocks noGrp="1"/>
          </p:cNvSpPr>
          <p:nvPr>
            <p:ph type="title"/>
          </p:nvPr>
        </p:nvSpPr>
        <p:spPr/>
        <p:txBody>
          <a:bodyPr/>
          <a:lstStyle/>
          <a:p>
            <a:r>
              <a:rPr lang="en-US" dirty="0">
                <a:ea typeface="+mj-lt"/>
                <a:cs typeface="+mj-lt"/>
              </a:rPr>
              <a:t>Worksheet Activity</a:t>
            </a:r>
            <a:endParaRPr lang="en-US" dirty="0"/>
          </a:p>
        </p:txBody>
      </p:sp>
      <p:sp>
        <p:nvSpPr>
          <p:cNvPr id="3" name="Content Placeholder 2">
            <a:extLst>
              <a:ext uri="{FF2B5EF4-FFF2-40B4-BE49-F238E27FC236}">
                <a16:creationId xmlns:a16="http://schemas.microsoft.com/office/drawing/2014/main" id="{0F0DEBB5-0ADA-3227-B72A-F20B1E154090}"/>
              </a:ext>
            </a:extLst>
          </p:cNvPr>
          <p:cNvSpPr>
            <a:spLocks noGrp="1"/>
          </p:cNvSpPr>
          <p:nvPr>
            <p:ph idx="1"/>
          </p:nvPr>
        </p:nvSpPr>
        <p:spPr/>
        <p:txBody>
          <a:bodyPr/>
          <a:lstStyle/>
          <a:p>
            <a:pPr marL="305435" indent="-305435">
              <a:buNone/>
            </a:pPr>
            <a:r>
              <a:rPr lang="en-US" dirty="0">
                <a:ea typeface="+mn-lt"/>
                <a:cs typeface="+mn-lt"/>
              </a:rPr>
              <a:t>Now it's your turn to practice.</a:t>
            </a:r>
            <a:endParaRPr lang="en-US" dirty="0"/>
          </a:p>
          <a:p>
            <a:pPr marL="305435" indent="-305435">
              <a:buNone/>
            </a:pPr>
            <a:r>
              <a:rPr lang="en-US" dirty="0">
                <a:ea typeface="+mn-lt"/>
                <a:cs typeface="+mn-lt"/>
              </a:rPr>
              <a:t>Please take a worksheet and complete the Ohm's Law problems.</a:t>
            </a:r>
            <a:endParaRPr lang="en-US" dirty="0"/>
          </a:p>
          <a:p>
            <a:pPr marL="305435" indent="-305435">
              <a:buFont typeface="Wingdings 2"/>
              <a:buChar char=""/>
            </a:pPr>
            <a:r>
              <a:rPr lang="en-US" dirty="0">
                <a:ea typeface="+mn-lt"/>
                <a:cs typeface="+mn-lt"/>
              </a:rPr>
              <a:t>Remember to show your work.</a:t>
            </a:r>
            <a:endParaRPr lang="en-US" dirty="0"/>
          </a:p>
          <a:p>
            <a:pPr marL="305435" indent="-305435">
              <a:buFont typeface="Wingdings 2"/>
              <a:buChar char=""/>
            </a:pPr>
            <a:r>
              <a:rPr lang="en-US" dirty="0">
                <a:ea typeface="+mn-lt"/>
                <a:cs typeface="+mn-lt"/>
              </a:rPr>
              <a:t>Write down the formula you are using.</a:t>
            </a:r>
            <a:endParaRPr lang="en-US" dirty="0"/>
          </a:p>
          <a:p>
            <a:pPr marL="305435" indent="-305435">
              <a:buFont typeface="Wingdings 2"/>
              <a:buChar char=""/>
            </a:pPr>
            <a:r>
              <a:rPr lang="en-US" dirty="0">
                <a:ea typeface="+mn-lt"/>
                <a:cs typeface="+mn-lt"/>
              </a:rPr>
              <a:t>Convert all prefixes to base units before calculating.</a:t>
            </a:r>
            <a:endParaRPr lang="en-US" dirty="0"/>
          </a:p>
          <a:p>
            <a:pPr marL="305435" indent="-305435">
              <a:buFont typeface="Wingdings 2"/>
              <a:buChar char=""/>
            </a:pPr>
            <a:r>
              <a:rPr lang="en-US" dirty="0">
                <a:ea typeface="+mn-lt"/>
                <a:cs typeface="+mn-lt"/>
              </a:rPr>
              <a:t>Don't forget the units in your final answer!</a:t>
            </a:r>
            <a:endParaRPr lang="en-US" dirty="0"/>
          </a:p>
        </p:txBody>
      </p:sp>
    </p:spTree>
    <p:extLst>
      <p:ext uri="{BB962C8B-B14F-4D97-AF65-F5344CB8AC3E}">
        <p14:creationId xmlns:p14="http://schemas.microsoft.com/office/powerpoint/2010/main" val="25013202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52996-D1E1-1F8B-E246-77F426711961}"/>
              </a:ext>
            </a:extLst>
          </p:cNvPr>
          <p:cNvSpPr>
            <a:spLocks noGrp="1"/>
          </p:cNvSpPr>
          <p:nvPr>
            <p:ph type="title"/>
          </p:nvPr>
        </p:nvSpPr>
        <p:spPr/>
        <p:txBody>
          <a:bodyPr/>
          <a:lstStyle/>
          <a:p>
            <a:r>
              <a:rPr lang="en-US" dirty="0">
                <a:ea typeface="+mj-lt"/>
                <a:cs typeface="+mj-lt"/>
              </a:rPr>
              <a:t>Module 3 Recap</a:t>
            </a:r>
            <a:endParaRPr lang="en-US" dirty="0"/>
          </a:p>
        </p:txBody>
      </p:sp>
      <p:sp>
        <p:nvSpPr>
          <p:cNvPr id="3" name="Content Placeholder 2">
            <a:extLst>
              <a:ext uri="{FF2B5EF4-FFF2-40B4-BE49-F238E27FC236}">
                <a16:creationId xmlns:a16="http://schemas.microsoft.com/office/drawing/2014/main" id="{77D11FB3-38FB-8492-FC39-EE730EBAA074}"/>
              </a:ext>
            </a:extLst>
          </p:cNvPr>
          <p:cNvSpPr>
            <a:spLocks noGrp="1"/>
          </p:cNvSpPr>
          <p:nvPr>
            <p:ph idx="1"/>
          </p:nvPr>
        </p:nvSpPr>
        <p:spPr/>
        <p:txBody>
          <a:bodyPr/>
          <a:lstStyle/>
          <a:p>
            <a:pPr marL="305435" indent="-305435">
              <a:buFont typeface="Wingdings 2"/>
              <a:buChar char=""/>
            </a:pPr>
            <a:r>
              <a:rPr lang="en-US" dirty="0">
                <a:ea typeface="+mn-lt"/>
                <a:cs typeface="+mn-lt"/>
              </a:rPr>
              <a:t>A circuit needs a </a:t>
            </a:r>
            <a:r>
              <a:rPr lang="en-US" b="1" dirty="0">
                <a:ea typeface="+mn-lt"/>
                <a:cs typeface="+mn-lt"/>
              </a:rPr>
              <a:t>Source, Path, Load, and Control</a:t>
            </a:r>
            <a:r>
              <a:rPr lang="en-US" dirty="0">
                <a:ea typeface="+mn-lt"/>
                <a:cs typeface="+mn-lt"/>
              </a:rPr>
              <a:t> to work.</a:t>
            </a:r>
            <a:endParaRPr lang="en-US" dirty="0"/>
          </a:p>
          <a:p>
            <a:pPr marL="305435" indent="-305435">
              <a:buFont typeface="Wingdings 2"/>
              <a:buChar char=""/>
            </a:pPr>
            <a:r>
              <a:rPr lang="en-US" b="1" dirty="0">
                <a:ea typeface="+mn-lt"/>
                <a:cs typeface="+mn-lt"/>
              </a:rPr>
              <a:t>Open circuits</a:t>
            </a:r>
            <a:r>
              <a:rPr lang="en-US" dirty="0">
                <a:ea typeface="+mn-lt"/>
                <a:cs typeface="+mn-lt"/>
              </a:rPr>
              <a:t> have no current flow, while </a:t>
            </a:r>
            <a:r>
              <a:rPr lang="en-US" b="1" dirty="0">
                <a:ea typeface="+mn-lt"/>
                <a:cs typeface="+mn-lt"/>
              </a:rPr>
              <a:t>short circuits</a:t>
            </a:r>
            <a:r>
              <a:rPr lang="en-US" dirty="0">
                <a:ea typeface="+mn-lt"/>
                <a:cs typeface="+mn-lt"/>
              </a:rPr>
              <a:t> have dangerously high current flow.</a:t>
            </a:r>
            <a:endParaRPr lang="en-US" dirty="0"/>
          </a:p>
          <a:p>
            <a:pPr marL="305435" indent="-305435">
              <a:buFont typeface="Wingdings 2"/>
              <a:buChar char=""/>
            </a:pPr>
            <a:r>
              <a:rPr lang="en-US" b="1" dirty="0">
                <a:ea typeface="+mn-lt"/>
                <a:cs typeface="+mn-lt"/>
              </a:rPr>
              <a:t>Graphical symbols</a:t>
            </a:r>
            <a:r>
              <a:rPr lang="en-US" dirty="0">
                <a:ea typeface="+mn-lt"/>
                <a:cs typeface="+mn-lt"/>
              </a:rPr>
              <a:t> are the language of electrical diagrams.</a:t>
            </a:r>
            <a:endParaRPr lang="en-US" dirty="0"/>
          </a:p>
          <a:p>
            <a:pPr marL="305435" indent="-305435">
              <a:buFont typeface="Wingdings 2"/>
              <a:buChar char=""/>
            </a:pPr>
            <a:r>
              <a:rPr lang="en-US" b="1" dirty="0">
                <a:ea typeface="+mn-lt"/>
                <a:cs typeface="+mn-lt"/>
              </a:rPr>
              <a:t>Ohm's Law (V = I x R)</a:t>
            </a:r>
            <a:r>
              <a:rPr lang="en-US" dirty="0">
                <a:ea typeface="+mn-lt"/>
                <a:cs typeface="+mn-lt"/>
              </a:rPr>
              <a:t> is the fundamental formula that connects voltage, current, and resistance.</a:t>
            </a:r>
            <a:endParaRPr lang="en-US" dirty="0"/>
          </a:p>
          <a:p>
            <a:pPr marL="305435" indent="-305435">
              <a:buFont typeface="Wingdings 2"/>
              <a:buChar char=""/>
            </a:pPr>
            <a:r>
              <a:rPr lang="en-US" dirty="0">
                <a:ea typeface="+mn-lt"/>
                <a:cs typeface="+mn-lt"/>
              </a:rPr>
              <a:t>Always convert </a:t>
            </a:r>
            <a:r>
              <a:rPr lang="en-US" b="1" dirty="0">
                <a:ea typeface="+mn-lt"/>
                <a:cs typeface="+mn-lt"/>
              </a:rPr>
              <a:t>prefixes</a:t>
            </a:r>
            <a:r>
              <a:rPr lang="en-US" dirty="0">
                <a:ea typeface="+mn-lt"/>
                <a:cs typeface="+mn-lt"/>
              </a:rPr>
              <a:t> to base units (Volts, Amps, Ohms) before calculating.</a:t>
            </a:r>
            <a:endParaRPr lang="en-US" dirty="0"/>
          </a:p>
        </p:txBody>
      </p:sp>
    </p:spTree>
    <p:extLst>
      <p:ext uri="{BB962C8B-B14F-4D97-AF65-F5344CB8AC3E}">
        <p14:creationId xmlns:p14="http://schemas.microsoft.com/office/powerpoint/2010/main" val="16395686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92AA-3A9D-708D-616F-40E5775436B3}"/>
              </a:ext>
            </a:extLst>
          </p:cNvPr>
          <p:cNvSpPr>
            <a:spLocks noGrp="1"/>
          </p:cNvSpPr>
          <p:nvPr>
            <p:ph type="title"/>
          </p:nvPr>
        </p:nvSpPr>
        <p:spPr/>
        <p:txBody>
          <a:bodyPr/>
          <a:lstStyle/>
          <a:p>
            <a:r>
              <a:rPr lang="en-US"/>
              <a:t>Module 4: Practical Application, Safety &amp; Assessment</a:t>
            </a:r>
          </a:p>
        </p:txBody>
      </p:sp>
      <p:sp>
        <p:nvSpPr>
          <p:cNvPr id="3" name="Content Placeholder 2">
            <a:extLst>
              <a:ext uri="{FF2B5EF4-FFF2-40B4-BE49-F238E27FC236}">
                <a16:creationId xmlns:a16="http://schemas.microsoft.com/office/drawing/2014/main" id="{B065991A-BE9A-317B-341E-DAF6435A4AC6}"/>
              </a:ext>
            </a:extLst>
          </p:cNvPr>
          <p:cNvSpPr>
            <a:spLocks noGrp="1"/>
          </p:cNvSpPr>
          <p:nvPr>
            <p:ph type="body" idx="1"/>
          </p:nvPr>
        </p:nvSpPr>
        <p:spPr/>
        <p:txBody>
          <a:bodyPr/>
          <a:lstStyle/>
          <a:p>
            <a:r>
              <a:rPr lang="en-US" dirty="0"/>
              <a:t>Session 4.1: Practical Lab &amp; Effects of Current</a:t>
            </a:r>
          </a:p>
        </p:txBody>
      </p:sp>
    </p:spTree>
    <p:extLst>
      <p:ext uri="{BB962C8B-B14F-4D97-AF65-F5344CB8AC3E}">
        <p14:creationId xmlns:p14="http://schemas.microsoft.com/office/powerpoint/2010/main" val="38977194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FDF36-E5CD-B2B3-70E4-AAE26B72F04F}"/>
              </a:ext>
            </a:extLst>
          </p:cNvPr>
          <p:cNvSpPr>
            <a:spLocks noGrp="1"/>
          </p:cNvSpPr>
          <p:nvPr>
            <p:ph type="title"/>
          </p:nvPr>
        </p:nvSpPr>
        <p:spPr/>
        <p:txBody>
          <a:bodyPr/>
          <a:lstStyle/>
          <a:p>
            <a:r>
              <a:rPr lang="en-US" dirty="0"/>
              <a:t>Lab Prep &amp; Multimeter Use</a:t>
            </a:r>
          </a:p>
        </p:txBody>
      </p:sp>
      <p:sp>
        <p:nvSpPr>
          <p:cNvPr id="3" name="Text Placeholder 2">
            <a:extLst>
              <a:ext uri="{FF2B5EF4-FFF2-40B4-BE49-F238E27FC236}">
                <a16:creationId xmlns:a16="http://schemas.microsoft.com/office/drawing/2014/main" id="{B11FC7D3-3F6C-EA0F-654B-1EC0E7DEFA12}"/>
              </a:ext>
            </a:extLst>
          </p:cNvPr>
          <p:cNvSpPr>
            <a:spLocks noGrp="1"/>
          </p:cNvSpPr>
          <p:nvPr>
            <p:ph idx="1"/>
          </p:nvPr>
        </p:nvSpPr>
        <p:spPr/>
        <p:txBody>
          <a:bodyPr>
            <a:normAutofit fontScale="92500" lnSpcReduction="10000"/>
          </a:bodyPr>
          <a:lstStyle/>
          <a:p>
            <a:pPr marL="305435" indent="-305435">
              <a:buNone/>
            </a:pPr>
            <a:r>
              <a:rPr lang="en-US" b="1">
                <a:ea typeface="+mn-lt"/>
                <a:cs typeface="+mn-lt"/>
              </a:rPr>
              <a:t>Safety First!</a:t>
            </a:r>
            <a:endParaRPr lang="en-US"/>
          </a:p>
          <a:p>
            <a:pPr marL="305435" indent="-305435">
              <a:buFont typeface="Wingdings 2"/>
              <a:buChar char=""/>
            </a:pPr>
            <a:r>
              <a:rPr lang="en-US">
                <a:ea typeface="+mn-lt"/>
                <a:cs typeface="+mn-lt"/>
              </a:rPr>
              <a:t>This is a low-voltage lab, but good safety habits start now.</a:t>
            </a:r>
            <a:endParaRPr lang="en-US"/>
          </a:p>
          <a:p>
            <a:pPr marL="305435" indent="-305435">
              <a:buFont typeface="Wingdings 2"/>
              <a:buChar char=""/>
            </a:pPr>
            <a:r>
              <a:rPr lang="en-US">
                <a:ea typeface="+mn-lt"/>
                <a:cs typeface="+mn-lt"/>
              </a:rPr>
              <a:t>Always handle equipment carefully.</a:t>
            </a:r>
            <a:endParaRPr lang="en-US"/>
          </a:p>
          <a:p>
            <a:pPr marL="305435" indent="-305435">
              <a:buFont typeface="Wingdings 2"/>
              <a:buChar char=""/>
            </a:pPr>
            <a:r>
              <a:rPr lang="en-US" dirty="0">
                <a:ea typeface="+mn-lt"/>
                <a:cs typeface="+mn-lt"/>
              </a:rPr>
              <a:t>Wear safety glasses.</a:t>
            </a:r>
            <a:endParaRPr lang="en-US"/>
          </a:p>
          <a:p>
            <a:pPr marL="305435" indent="-305435">
              <a:buFont typeface="Wingdings 2"/>
              <a:buChar char=""/>
            </a:pPr>
            <a:r>
              <a:rPr lang="en-US" dirty="0">
                <a:ea typeface="+mn-lt"/>
                <a:cs typeface="+mn-lt"/>
              </a:rPr>
              <a:t>Keep your workspace tidy.</a:t>
            </a:r>
            <a:endParaRPr lang="en-US"/>
          </a:p>
          <a:p>
            <a:pPr marL="305435" indent="-305435">
              <a:buFont typeface="Wingdings 2"/>
              <a:buChar char=""/>
            </a:pPr>
            <a:r>
              <a:rPr lang="en-US" dirty="0">
                <a:ea typeface="+mn-lt"/>
                <a:cs typeface="+mn-lt"/>
              </a:rPr>
              <a:t>If you are unsure about something, </a:t>
            </a:r>
            <a:r>
              <a:rPr lang="en-US" b="1" dirty="0">
                <a:ea typeface="+mn-lt"/>
                <a:cs typeface="+mn-lt"/>
              </a:rPr>
              <a:t>ASK!</a:t>
            </a:r>
            <a:endParaRPr lang="en-US"/>
          </a:p>
          <a:p>
            <a:pPr marL="305435" indent="0">
              <a:buNone/>
            </a:pPr>
            <a:r>
              <a:rPr lang="en-US" b="1" dirty="0">
                <a:ea typeface="+mn-lt"/>
                <a:cs typeface="+mn-lt"/>
              </a:rPr>
              <a:t>The Digital Multimeter (DMM)</a:t>
            </a:r>
            <a:endParaRPr lang="en-US"/>
          </a:p>
          <a:p>
            <a:pPr marL="305435" indent="-305435">
              <a:buFont typeface="Wingdings 2"/>
              <a:buChar char=""/>
            </a:pPr>
            <a:r>
              <a:rPr lang="en-US" dirty="0">
                <a:ea typeface="+mn-lt"/>
                <a:cs typeface="+mn-lt"/>
              </a:rPr>
              <a:t>This is your most important tool for electrical measurements.</a:t>
            </a:r>
            <a:endParaRPr lang="en-US" dirty="0"/>
          </a:p>
          <a:p>
            <a:pPr marL="305435" indent="-305435">
              <a:buFont typeface="Wingdings 2"/>
              <a:buChar char=""/>
            </a:pPr>
            <a:r>
              <a:rPr lang="en-US" dirty="0">
                <a:ea typeface="+mn-lt"/>
                <a:cs typeface="+mn-lt"/>
              </a:rPr>
              <a:t>We will use it to measure Voltage (V), Current (A), and Resistance (Ω).</a:t>
            </a:r>
            <a:endParaRPr lang="en-US" dirty="0"/>
          </a:p>
          <a:p>
            <a:pPr marL="305435" indent="-305435">
              <a:buFont typeface="Wingdings 2"/>
              <a:buChar char=""/>
            </a:pPr>
            <a:r>
              <a:rPr lang="en-US" b="1" dirty="0">
                <a:ea typeface="+mn-lt"/>
                <a:cs typeface="+mn-lt"/>
              </a:rPr>
              <a:t>Crucial Rule:</a:t>
            </a:r>
            <a:r>
              <a:rPr lang="en-US" dirty="0">
                <a:ea typeface="+mn-lt"/>
                <a:cs typeface="+mn-lt"/>
              </a:rPr>
              <a:t> The way you connect the meter depends on what you are measuring.</a:t>
            </a:r>
            <a:endParaRPr lang="en-US"/>
          </a:p>
        </p:txBody>
      </p:sp>
    </p:spTree>
    <p:extLst>
      <p:ext uri="{BB962C8B-B14F-4D97-AF65-F5344CB8AC3E}">
        <p14:creationId xmlns:p14="http://schemas.microsoft.com/office/powerpoint/2010/main" val="14286421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D4B6D-707A-ACF0-C8F1-0C25DB1071BE}"/>
              </a:ext>
            </a:extLst>
          </p:cNvPr>
          <p:cNvSpPr>
            <a:spLocks noGrp="1"/>
          </p:cNvSpPr>
          <p:nvPr>
            <p:ph type="title"/>
          </p:nvPr>
        </p:nvSpPr>
        <p:spPr/>
        <p:txBody>
          <a:bodyPr/>
          <a:lstStyle/>
          <a:p>
            <a:r>
              <a:rPr lang="en-US" dirty="0">
                <a:ea typeface="+mj-lt"/>
                <a:cs typeface="+mj-lt"/>
              </a:rPr>
              <a:t>Connecting Your Meters</a:t>
            </a:r>
            <a:endParaRPr lang="en-US" dirty="0"/>
          </a:p>
        </p:txBody>
      </p:sp>
      <p:sp>
        <p:nvSpPr>
          <p:cNvPr id="3" name="Content Placeholder 2">
            <a:extLst>
              <a:ext uri="{FF2B5EF4-FFF2-40B4-BE49-F238E27FC236}">
                <a16:creationId xmlns:a16="http://schemas.microsoft.com/office/drawing/2014/main" id="{F50ED6E9-7809-DCCF-38A3-23C7A4A44F3E}"/>
              </a:ext>
            </a:extLst>
          </p:cNvPr>
          <p:cNvSpPr>
            <a:spLocks noGrp="1"/>
          </p:cNvSpPr>
          <p:nvPr>
            <p:ph idx="1"/>
          </p:nvPr>
        </p:nvSpPr>
        <p:spPr/>
        <p:txBody>
          <a:bodyPr/>
          <a:lstStyle/>
          <a:p>
            <a:pPr marL="305435" indent="-305435">
              <a:buNone/>
            </a:pPr>
            <a:r>
              <a:rPr lang="en-US" b="1">
                <a:ea typeface="+mn-lt"/>
                <a:cs typeface="+mn-lt"/>
              </a:rPr>
              <a:t>Measuring Voltage (IN PARALLEL)</a:t>
            </a:r>
            <a:endParaRPr lang="en-US">
              <a:ea typeface="+mn-lt"/>
              <a:cs typeface="+mn-lt"/>
            </a:endParaRPr>
          </a:p>
          <a:p>
            <a:pPr marL="305435" indent="-305435">
              <a:buFont typeface="Wingdings 2"/>
            </a:pPr>
            <a:r>
              <a:rPr lang="en-US">
                <a:ea typeface="+mn-lt"/>
                <a:cs typeface="+mn-lt"/>
              </a:rPr>
              <a:t>The voltmeter is connected </a:t>
            </a:r>
            <a:r>
              <a:rPr lang="en-US" i="1">
                <a:ea typeface="+mn-lt"/>
                <a:cs typeface="+mn-lt"/>
              </a:rPr>
              <a:t>across</a:t>
            </a:r>
            <a:r>
              <a:rPr lang="en-US">
                <a:ea typeface="+mn-lt"/>
                <a:cs typeface="+mn-lt"/>
              </a:rPr>
              <a:t> the component to measure the pressure difference between two points.</a:t>
            </a:r>
          </a:p>
          <a:p>
            <a:pPr marL="305435" indent="0">
              <a:buNone/>
            </a:pPr>
            <a:r>
              <a:rPr lang="en-US" b="1">
                <a:ea typeface="+mn-lt"/>
                <a:cs typeface="+mn-lt"/>
              </a:rPr>
              <a:t>Measuring Current (IN SERIES)</a:t>
            </a:r>
            <a:endParaRPr lang="en-US">
              <a:ea typeface="+mn-lt"/>
              <a:cs typeface="+mn-lt"/>
            </a:endParaRPr>
          </a:p>
          <a:p>
            <a:pPr marL="305435" indent="-305435">
              <a:buFont typeface="Wingdings 2"/>
            </a:pPr>
            <a:r>
              <a:rPr lang="en-US">
                <a:ea typeface="+mn-lt"/>
                <a:cs typeface="+mn-lt"/>
              </a:rPr>
              <a:t>The ammeter must be connected </a:t>
            </a:r>
            <a:r>
              <a:rPr lang="en-US" i="1">
                <a:ea typeface="+mn-lt"/>
                <a:cs typeface="+mn-lt"/>
              </a:rPr>
              <a:t>in line</a:t>
            </a:r>
            <a:r>
              <a:rPr lang="en-US">
                <a:ea typeface="+mn-lt"/>
                <a:cs typeface="+mn-lt"/>
              </a:rPr>
              <a:t> with the components, so the current has to flow </a:t>
            </a:r>
            <a:r>
              <a:rPr lang="en-US" i="1">
                <a:ea typeface="+mn-lt"/>
                <a:cs typeface="+mn-lt"/>
              </a:rPr>
              <a:t>through</a:t>
            </a:r>
            <a:r>
              <a:rPr lang="en-US">
                <a:ea typeface="+mn-lt"/>
                <a:cs typeface="+mn-lt"/>
              </a:rPr>
              <a:t> the meter to be measured. You have to break the circuit to insert the ammeter.</a:t>
            </a:r>
          </a:p>
          <a:p>
            <a:pPr marL="305435" indent="0">
              <a:buNone/>
            </a:pPr>
            <a:r>
              <a:rPr lang="en-US" b="1">
                <a:ea typeface="+mn-lt"/>
                <a:cs typeface="+mn-lt"/>
              </a:rPr>
              <a:t>Measuring Resistance (POWER OFF)</a:t>
            </a:r>
            <a:endParaRPr lang="en-US">
              <a:ea typeface="+mn-lt"/>
              <a:cs typeface="+mn-lt"/>
            </a:endParaRPr>
          </a:p>
          <a:p>
            <a:pPr marL="305435" indent="-305435">
              <a:buFont typeface="Wingdings 2"/>
            </a:pPr>
            <a:r>
              <a:rPr lang="en-US" dirty="0">
                <a:ea typeface="+mn-lt"/>
                <a:cs typeface="+mn-lt"/>
              </a:rPr>
              <a:t>The ohmmeter provides its own small voltage. </a:t>
            </a:r>
            <a:r>
              <a:rPr lang="en-US" b="1" dirty="0">
                <a:ea typeface="+mn-lt"/>
                <a:cs typeface="+mn-lt"/>
              </a:rPr>
              <a:t>NEVER</a:t>
            </a:r>
            <a:r>
              <a:rPr lang="en-US" dirty="0">
                <a:ea typeface="+mn-lt"/>
                <a:cs typeface="+mn-lt"/>
              </a:rPr>
              <a:t> use it on a circuit with the power on. You must remove the component from the circuit to get an accurate reading.</a:t>
            </a:r>
          </a:p>
        </p:txBody>
      </p:sp>
    </p:spTree>
    <p:extLst>
      <p:ext uri="{BB962C8B-B14F-4D97-AF65-F5344CB8AC3E}">
        <p14:creationId xmlns:p14="http://schemas.microsoft.com/office/powerpoint/2010/main" val="20306295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B072E-8257-EBCB-1A3A-E3EFFDBB0611}"/>
              </a:ext>
            </a:extLst>
          </p:cNvPr>
          <p:cNvSpPr>
            <a:spLocks noGrp="1"/>
          </p:cNvSpPr>
          <p:nvPr>
            <p:ph type="title"/>
          </p:nvPr>
        </p:nvSpPr>
        <p:spPr/>
        <p:txBody>
          <a:bodyPr/>
          <a:lstStyle/>
          <a:p>
            <a:r>
              <a:rPr lang="en-US" dirty="0">
                <a:ea typeface="+mj-lt"/>
                <a:cs typeface="+mj-lt"/>
              </a:rPr>
              <a:t>Practical Lab: Verifying Ohm's Law</a:t>
            </a:r>
            <a:endParaRPr lang="en-US" dirty="0"/>
          </a:p>
        </p:txBody>
      </p:sp>
      <p:sp>
        <p:nvSpPr>
          <p:cNvPr id="3" name="Content Placeholder 2">
            <a:extLst>
              <a:ext uri="{FF2B5EF4-FFF2-40B4-BE49-F238E27FC236}">
                <a16:creationId xmlns:a16="http://schemas.microsoft.com/office/drawing/2014/main" id="{C5C739F4-F189-773A-DA7F-FB92EC8847B4}"/>
              </a:ext>
            </a:extLst>
          </p:cNvPr>
          <p:cNvSpPr>
            <a:spLocks noGrp="1"/>
          </p:cNvSpPr>
          <p:nvPr>
            <p:ph idx="1"/>
          </p:nvPr>
        </p:nvSpPr>
        <p:spPr/>
        <p:txBody>
          <a:bodyPr>
            <a:normAutofit fontScale="92500" lnSpcReduction="20000"/>
          </a:bodyPr>
          <a:lstStyle/>
          <a:p>
            <a:pPr marL="305435" indent="-305435">
              <a:buNone/>
            </a:pPr>
            <a:r>
              <a:rPr lang="en-US">
                <a:ea typeface="+mn-lt"/>
                <a:cs typeface="+mn-lt"/>
              </a:rPr>
              <a:t>To build a simple circuit and prove that our measured values for V, I, and R match the Ohm's Law formula (V = I x R).</a:t>
            </a:r>
            <a:endParaRPr lang="en-US"/>
          </a:p>
          <a:p>
            <a:pPr marL="305435" indent="-305435">
              <a:buNone/>
            </a:pPr>
            <a:r>
              <a:rPr lang="en-US" b="1">
                <a:ea typeface="+mn-lt"/>
                <a:cs typeface="+mn-lt"/>
              </a:rPr>
              <a:t>Procedure (per group):</a:t>
            </a:r>
            <a:endParaRPr lang="en-US">
              <a:ea typeface="+mn-lt"/>
              <a:cs typeface="+mn-lt"/>
            </a:endParaRPr>
          </a:p>
          <a:p>
            <a:pPr marL="305435" indent="-305435">
              <a:buFont typeface="Wingdings 2"/>
            </a:pPr>
            <a:r>
              <a:rPr lang="en-US" b="1">
                <a:ea typeface="+mn-lt"/>
                <a:cs typeface="+mn-lt"/>
              </a:rPr>
              <a:t>Measure Resistance:</a:t>
            </a:r>
            <a:r>
              <a:rPr lang="en-US">
                <a:ea typeface="+mn-lt"/>
                <a:cs typeface="+mn-lt"/>
              </a:rPr>
              <a:t> With the power OFF, use the DMM to measure the exact resistance of your resistor. Record this value.</a:t>
            </a:r>
          </a:p>
          <a:p>
            <a:pPr marL="305435" indent="-305435">
              <a:buFont typeface="Wingdings 2"/>
            </a:pPr>
            <a:r>
              <a:rPr lang="en-US" b="1">
                <a:ea typeface="+mn-lt"/>
                <a:cs typeface="+mn-lt"/>
              </a:rPr>
              <a:t>Build the Circuit:</a:t>
            </a:r>
            <a:r>
              <a:rPr lang="en-US">
                <a:ea typeface="+mn-lt"/>
                <a:cs typeface="+mn-lt"/>
              </a:rPr>
              <a:t> On your breadboard, build a simple circuit with the power supply and the resistor.</a:t>
            </a:r>
          </a:p>
          <a:p>
            <a:pPr marL="305435" indent="-305435">
              <a:buFont typeface="Wingdings 2"/>
            </a:pPr>
            <a:r>
              <a:rPr lang="en-US" b="1">
                <a:ea typeface="+mn-lt"/>
                <a:cs typeface="+mn-lt"/>
              </a:rPr>
              <a:t>Set Voltage:</a:t>
            </a:r>
            <a:r>
              <a:rPr lang="en-US">
                <a:ea typeface="+mn-lt"/>
                <a:cs typeface="+mn-lt"/>
              </a:rPr>
              <a:t> Turn the power supply on and set it to 5 Volts.</a:t>
            </a:r>
          </a:p>
          <a:p>
            <a:pPr marL="305435" indent="-305435">
              <a:buFont typeface="Wingdings 2"/>
            </a:pPr>
            <a:r>
              <a:rPr lang="en-US" b="1">
                <a:ea typeface="+mn-lt"/>
                <a:cs typeface="+mn-lt"/>
              </a:rPr>
              <a:t>Measure Voltage:</a:t>
            </a:r>
            <a:r>
              <a:rPr lang="en-US">
                <a:ea typeface="+mn-lt"/>
                <a:cs typeface="+mn-lt"/>
              </a:rPr>
              <a:t> Connect the voltmeter in parallel with the resistor and record the exact voltage.</a:t>
            </a:r>
          </a:p>
          <a:p>
            <a:pPr marL="305435" indent="-305435">
              <a:buFont typeface="Wingdings 2"/>
            </a:pPr>
            <a:r>
              <a:rPr lang="en-US" b="1">
                <a:ea typeface="+mn-lt"/>
                <a:cs typeface="+mn-lt"/>
              </a:rPr>
              <a:t>Measure Current:</a:t>
            </a:r>
            <a:r>
              <a:rPr lang="en-US">
                <a:ea typeface="+mn-lt"/>
                <a:cs typeface="+mn-lt"/>
              </a:rPr>
              <a:t> Turn the power OFF. Break the circuit and connect the ammeter in series. Turn the power back ON and record the current.</a:t>
            </a:r>
          </a:p>
          <a:p>
            <a:pPr marL="305435" indent="-305435">
              <a:buFont typeface="Wingdings 2"/>
            </a:pPr>
            <a:r>
              <a:rPr lang="en-US" b="1">
                <a:ea typeface="+mn-lt"/>
                <a:cs typeface="+mn-lt"/>
              </a:rPr>
              <a:t>Calculate:</a:t>
            </a:r>
            <a:r>
              <a:rPr lang="en-US">
                <a:ea typeface="+mn-lt"/>
                <a:cs typeface="+mn-lt"/>
              </a:rPr>
              <a:t> Use your measured V and I to calculate resistance (R = V / I).</a:t>
            </a:r>
          </a:p>
          <a:p>
            <a:pPr marL="305435" indent="-305435">
              <a:buFont typeface="Wingdings 2"/>
            </a:pPr>
            <a:r>
              <a:rPr lang="en-US" b="1" dirty="0">
                <a:ea typeface="+mn-lt"/>
                <a:cs typeface="+mn-lt"/>
              </a:rPr>
              <a:t>Verify:</a:t>
            </a:r>
            <a:r>
              <a:rPr lang="en-US" dirty="0">
                <a:ea typeface="+mn-lt"/>
                <a:cs typeface="+mn-lt"/>
              </a:rPr>
              <a:t> Compare your calculated resistance to the resistance you measured in Step 1. They should be very close!</a:t>
            </a:r>
          </a:p>
        </p:txBody>
      </p:sp>
    </p:spTree>
    <p:extLst>
      <p:ext uri="{BB962C8B-B14F-4D97-AF65-F5344CB8AC3E}">
        <p14:creationId xmlns:p14="http://schemas.microsoft.com/office/powerpoint/2010/main" val="6350161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5B720-F87C-715D-689A-82C6068F1F82}"/>
              </a:ext>
            </a:extLst>
          </p:cNvPr>
          <p:cNvSpPr>
            <a:spLocks noGrp="1"/>
          </p:cNvSpPr>
          <p:nvPr>
            <p:ph type="title"/>
          </p:nvPr>
        </p:nvSpPr>
        <p:spPr/>
        <p:txBody>
          <a:bodyPr/>
          <a:lstStyle/>
          <a:p>
            <a:r>
              <a:rPr lang="en-US" dirty="0">
                <a:ea typeface="+mj-lt"/>
                <a:cs typeface="+mj-lt"/>
              </a:rPr>
              <a:t>Effects of Current </a:t>
            </a:r>
            <a:endParaRPr lang="en-US" dirty="0"/>
          </a:p>
        </p:txBody>
      </p:sp>
      <p:sp>
        <p:nvSpPr>
          <p:cNvPr id="3" name="Content Placeholder 2">
            <a:extLst>
              <a:ext uri="{FF2B5EF4-FFF2-40B4-BE49-F238E27FC236}">
                <a16:creationId xmlns:a16="http://schemas.microsoft.com/office/drawing/2014/main" id="{7711EBB3-9CA2-D9C1-9FC6-E29C90AB2007}"/>
              </a:ext>
            </a:extLst>
          </p:cNvPr>
          <p:cNvSpPr>
            <a:spLocks noGrp="1"/>
          </p:cNvSpPr>
          <p:nvPr>
            <p:ph idx="1"/>
          </p:nvPr>
        </p:nvSpPr>
        <p:spPr/>
        <p:txBody>
          <a:bodyPr/>
          <a:lstStyle/>
          <a:p>
            <a:pPr marL="305435" indent="-305435">
              <a:buNone/>
            </a:pPr>
            <a:r>
              <a:rPr lang="en-US">
                <a:ea typeface="+mn-lt"/>
                <a:cs typeface="+mn-lt"/>
              </a:rPr>
              <a:t>As current flows through a circuit, it produces other effects. We can observe some of these in our lab.</a:t>
            </a:r>
            <a:endParaRPr lang="en-US"/>
          </a:p>
          <a:p>
            <a:pPr marL="305435" indent="-305435">
              <a:buFont typeface="Wingdings 2"/>
            </a:pPr>
            <a:r>
              <a:rPr lang="en-US" b="1">
                <a:ea typeface="+mn-lt"/>
                <a:cs typeface="+mn-lt"/>
              </a:rPr>
              <a:t>Heating Effect</a:t>
            </a:r>
            <a:endParaRPr lang="en-US"/>
          </a:p>
          <a:p>
            <a:pPr marL="915670" lvl="1" indent="-285750">
              <a:buFont typeface="Wingdings 2"/>
            </a:pPr>
            <a:r>
              <a:rPr lang="en-US">
                <a:ea typeface="+mn-lt"/>
                <a:cs typeface="+mn-lt"/>
              </a:rPr>
              <a:t>As electrons flow through the resistor, their collisions with atoms generate heat.</a:t>
            </a:r>
            <a:endParaRPr lang="en-US"/>
          </a:p>
          <a:p>
            <a:pPr marL="915670" lvl="1" indent="-285750">
              <a:buFont typeface="Wingdings 2"/>
            </a:pPr>
            <a:r>
              <a:rPr lang="en-US" i="1">
                <a:ea typeface="+mn-lt"/>
                <a:cs typeface="+mn-lt"/>
              </a:rPr>
              <a:t>Observation:</a:t>
            </a:r>
            <a:r>
              <a:rPr lang="en-US">
                <a:ea typeface="+mn-lt"/>
                <a:cs typeface="+mn-lt"/>
              </a:rPr>
              <a:t> Carefully touch your resistor. You may feel it get slightly warm. This effect is used in toasters, electric heaters, and fuses.</a:t>
            </a:r>
            <a:endParaRPr lang="en-US"/>
          </a:p>
          <a:p>
            <a:pPr marL="305435" indent="-305435">
              <a:buFont typeface="Wingdings 2"/>
            </a:pPr>
            <a:r>
              <a:rPr lang="en-US" b="1">
                <a:ea typeface="+mn-lt"/>
                <a:cs typeface="+mn-lt"/>
              </a:rPr>
              <a:t>Magnetic Effect</a:t>
            </a:r>
            <a:endParaRPr lang="en-US"/>
          </a:p>
          <a:p>
            <a:pPr marL="915670" lvl="1" indent="-285750">
              <a:buFont typeface="Wingdings 2"/>
            </a:pPr>
            <a:r>
              <a:rPr lang="en-US">
                <a:ea typeface="+mn-lt"/>
                <a:cs typeface="+mn-lt"/>
              </a:rPr>
              <a:t>Every electric current generates a magnetic field around the conductor. This is the principle behind motors, generators, and transformers.</a:t>
            </a:r>
            <a:endParaRPr lang="en-US"/>
          </a:p>
          <a:p>
            <a:pPr marL="305435" indent="-305435">
              <a:buFont typeface="Wingdings 2"/>
            </a:pPr>
            <a:r>
              <a:rPr lang="en-US" b="1">
                <a:ea typeface="+mn-lt"/>
                <a:cs typeface="+mn-lt"/>
              </a:rPr>
              <a:t>Chemical Effect</a:t>
            </a:r>
            <a:endParaRPr lang="en-US"/>
          </a:p>
          <a:p>
            <a:pPr marL="915670" lvl="1" indent="-285750">
              <a:buFont typeface="Wingdings 2"/>
            </a:pPr>
            <a:r>
              <a:rPr lang="en-US">
                <a:ea typeface="+mn-lt"/>
                <a:cs typeface="+mn-lt"/>
              </a:rPr>
              <a:t>Current can cause chemical reactions. This is the principle of batteries (charging/discharging) and electroplating.</a:t>
            </a:r>
            <a:endParaRPr lang="en-US"/>
          </a:p>
          <a:p>
            <a:pPr marL="0" indent="0">
              <a:buNone/>
            </a:pPr>
            <a:endParaRPr lang="en-US" dirty="0"/>
          </a:p>
        </p:txBody>
      </p:sp>
    </p:spTree>
    <p:extLst>
      <p:ext uri="{BB962C8B-B14F-4D97-AF65-F5344CB8AC3E}">
        <p14:creationId xmlns:p14="http://schemas.microsoft.com/office/powerpoint/2010/main" val="2155162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6C004-64F9-B1A0-785B-BFBD638B713B}"/>
              </a:ext>
            </a:extLst>
          </p:cNvPr>
          <p:cNvSpPr>
            <a:spLocks noGrp="1"/>
          </p:cNvSpPr>
          <p:nvPr>
            <p:ph type="title"/>
          </p:nvPr>
        </p:nvSpPr>
        <p:spPr/>
        <p:txBody>
          <a:bodyPr/>
          <a:lstStyle/>
          <a:p>
            <a:r>
              <a:rPr lang="en-US" dirty="0">
                <a:ea typeface="+mj-lt"/>
                <a:cs typeface="+mj-lt"/>
              </a:rPr>
              <a:t>Module 4: Practical Application, Safety &amp; Assessment</a:t>
            </a:r>
            <a:endParaRPr lang="en-US" dirty="0"/>
          </a:p>
        </p:txBody>
      </p:sp>
      <p:sp>
        <p:nvSpPr>
          <p:cNvPr id="3" name="Content Placeholder 2">
            <a:extLst>
              <a:ext uri="{FF2B5EF4-FFF2-40B4-BE49-F238E27FC236}">
                <a16:creationId xmlns:a16="http://schemas.microsoft.com/office/drawing/2014/main" id="{6A87FBCF-E848-C53B-9A98-E536A0A86E9B}"/>
              </a:ext>
            </a:extLst>
          </p:cNvPr>
          <p:cNvSpPr>
            <a:spLocks noGrp="1"/>
          </p:cNvSpPr>
          <p:nvPr>
            <p:ph type="body" idx="1"/>
          </p:nvPr>
        </p:nvSpPr>
        <p:spPr/>
        <p:txBody>
          <a:bodyPr/>
          <a:lstStyle/>
          <a:p>
            <a:r>
              <a:rPr lang="en-US" dirty="0">
                <a:ea typeface="+mn-lt"/>
                <a:cs typeface="+mn-lt"/>
              </a:rPr>
              <a:t>Session 4.2: Electrical Safety</a:t>
            </a:r>
            <a:endParaRPr lang="en-US" dirty="0"/>
          </a:p>
        </p:txBody>
      </p:sp>
    </p:spTree>
    <p:extLst>
      <p:ext uri="{BB962C8B-B14F-4D97-AF65-F5344CB8AC3E}">
        <p14:creationId xmlns:p14="http://schemas.microsoft.com/office/powerpoint/2010/main" val="14070800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B2530-A0E3-A104-4579-3E006C4A9FB9}"/>
              </a:ext>
            </a:extLst>
          </p:cNvPr>
          <p:cNvSpPr>
            <a:spLocks noGrp="1"/>
          </p:cNvSpPr>
          <p:nvPr>
            <p:ph type="title"/>
          </p:nvPr>
        </p:nvSpPr>
        <p:spPr/>
        <p:txBody>
          <a:bodyPr/>
          <a:lstStyle/>
          <a:p>
            <a:r>
              <a:rPr lang="en-US" dirty="0">
                <a:ea typeface="+mj-lt"/>
                <a:cs typeface="+mj-lt"/>
              </a:rPr>
              <a:t>Electrical Safety: Your #1 Priority</a:t>
            </a:r>
            <a:endParaRPr lang="en-US" dirty="0"/>
          </a:p>
        </p:txBody>
      </p:sp>
      <p:sp>
        <p:nvSpPr>
          <p:cNvPr id="3" name="Text Placeholder 2">
            <a:extLst>
              <a:ext uri="{FF2B5EF4-FFF2-40B4-BE49-F238E27FC236}">
                <a16:creationId xmlns:a16="http://schemas.microsoft.com/office/drawing/2014/main" id="{03797E5F-5A49-24C7-C355-2BC84E314D04}"/>
              </a:ext>
            </a:extLst>
          </p:cNvPr>
          <p:cNvSpPr>
            <a:spLocks noGrp="1"/>
          </p:cNvSpPr>
          <p:nvPr>
            <p:ph idx="1"/>
          </p:nvPr>
        </p:nvSpPr>
        <p:spPr/>
        <p:txBody>
          <a:bodyPr/>
          <a:lstStyle/>
          <a:p>
            <a:pPr marL="305435" indent="-305435">
              <a:buFont typeface="Wingdings 2"/>
              <a:buChar char=""/>
            </a:pPr>
            <a:r>
              <a:rPr lang="en-US">
                <a:ea typeface="+mn-lt"/>
                <a:cs typeface="+mn-lt"/>
              </a:rPr>
              <a:t>This is the most important session of the entire course.</a:t>
            </a:r>
            <a:endParaRPr lang="en-US"/>
          </a:p>
          <a:p>
            <a:pPr marL="305435" indent="-305435">
              <a:buFont typeface="Wingdings 2"/>
              <a:buChar char=""/>
            </a:pPr>
            <a:r>
              <a:rPr lang="en-US">
                <a:ea typeface="+mn-lt"/>
                <a:cs typeface="+mn-lt"/>
              </a:rPr>
              <a:t>Understanding the theory is great, but working safely ensures you have a long and successful career.</a:t>
            </a:r>
            <a:endParaRPr lang="en-US"/>
          </a:p>
          <a:p>
            <a:pPr marL="305435" indent="-305435">
              <a:buFont typeface="Wingdings 2"/>
              <a:buChar char=""/>
            </a:pPr>
            <a:r>
              <a:rPr lang="en-US" dirty="0">
                <a:ea typeface="+mn-lt"/>
                <a:cs typeface="+mn-lt"/>
              </a:rPr>
              <a:t>Electricity is invisible and gives no warning. </a:t>
            </a:r>
            <a:r>
              <a:rPr lang="en-US" b="1" dirty="0">
                <a:ea typeface="+mn-lt"/>
                <a:cs typeface="+mn-lt"/>
              </a:rPr>
              <a:t>Respect it, always.</a:t>
            </a:r>
            <a:endParaRPr lang="en-US"/>
          </a:p>
          <a:p>
            <a:pPr marL="305435" indent="0">
              <a:buNone/>
            </a:pPr>
            <a:r>
              <a:rPr lang="en-US" b="1" dirty="0">
                <a:ea typeface="+mn-lt"/>
                <a:cs typeface="+mn-lt"/>
              </a:rPr>
              <a:t>"There are old electricians and there are bold electricians, but there are no old, bold electricians."</a:t>
            </a:r>
            <a:endParaRPr lang="en-US" dirty="0"/>
          </a:p>
        </p:txBody>
      </p:sp>
    </p:spTree>
    <p:extLst>
      <p:ext uri="{BB962C8B-B14F-4D97-AF65-F5344CB8AC3E}">
        <p14:creationId xmlns:p14="http://schemas.microsoft.com/office/powerpoint/2010/main" val="27453944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EF567-568D-C19A-81ED-479A2EA27136}"/>
              </a:ext>
            </a:extLst>
          </p:cNvPr>
          <p:cNvSpPr>
            <a:spLocks noGrp="1"/>
          </p:cNvSpPr>
          <p:nvPr>
            <p:ph type="title"/>
          </p:nvPr>
        </p:nvSpPr>
        <p:spPr/>
        <p:txBody>
          <a:bodyPr/>
          <a:lstStyle/>
          <a:p>
            <a:r>
              <a:rPr lang="en-US" dirty="0">
                <a:ea typeface="+mj-lt"/>
                <a:cs typeface="+mj-lt"/>
              </a:rPr>
              <a:t>The Human Body &amp; Electricity</a:t>
            </a:r>
            <a:endParaRPr lang="en-US" dirty="0"/>
          </a:p>
        </p:txBody>
      </p:sp>
      <p:sp>
        <p:nvSpPr>
          <p:cNvPr id="3" name="Content Placeholder 2">
            <a:extLst>
              <a:ext uri="{FF2B5EF4-FFF2-40B4-BE49-F238E27FC236}">
                <a16:creationId xmlns:a16="http://schemas.microsoft.com/office/drawing/2014/main" id="{1D7C27AF-5C5A-9D04-EF9C-B91C3A5AE560}"/>
              </a:ext>
            </a:extLst>
          </p:cNvPr>
          <p:cNvSpPr>
            <a:spLocks noGrp="1"/>
          </p:cNvSpPr>
          <p:nvPr>
            <p:ph idx="1"/>
          </p:nvPr>
        </p:nvSpPr>
        <p:spPr/>
        <p:txBody>
          <a:bodyPr>
            <a:normAutofit fontScale="92500" lnSpcReduction="10000"/>
          </a:bodyPr>
          <a:lstStyle/>
          <a:p>
            <a:pPr marL="305435" indent="-305435">
              <a:buFont typeface="Wingdings 2"/>
            </a:pPr>
            <a:r>
              <a:rPr lang="en-US">
                <a:ea typeface="+mn-lt"/>
                <a:cs typeface="+mn-lt"/>
              </a:rPr>
              <a:t>Why is electricity dangerous? Because the human body is a conductor.</a:t>
            </a:r>
          </a:p>
          <a:p>
            <a:pPr marL="305435" indent="-305435">
              <a:buFont typeface="Wingdings 2"/>
            </a:pPr>
            <a:r>
              <a:rPr lang="en-US">
                <a:ea typeface="+mn-lt"/>
                <a:cs typeface="+mn-lt"/>
              </a:rPr>
              <a:t>Our nervous system works using tiny electrical signals. External current can override these signals with disastrous results.</a:t>
            </a:r>
          </a:p>
          <a:p>
            <a:pPr marL="305435" indent="0">
              <a:buNone/>
            </a:pPr>
            <a:r>
              <a:rPr lang="en-US" b="1">
                <a:ea typeface="+mn-lt"/>
                <a:cs typeface="+mn-lt"/>
              </a:rPr>
              <a:t>Effects of Current (AC) on the Body:</a:t>
            </a:r>
            <a:endParaRPr lang="en-US">
              <a:ea typeface="+mn-lt"/>
              <a:cs typeface="+mn-lt"/>
            </a:endParaRPr>
          </a:p>
          <a:p>
            <a:pPr marL="305435" indent="-305435">
              <a:buFont typeface="Wingdings 2"/>
            </a:pPr>
            <a:r>
              <a:rPr lang="en-US" b="1">
                <a:ea typeface="+mn-lt"/>
                <a:cs typeface="+mn-lt"/>
              </a:rPr>
              <a:t>1 mA:</a:t>
            </a:r>
            <a:r>
              <a:rPr lang="en-US">
                <a:ea typeface="+mn-lt"/>
                <a:cs typeface="+mn-lt"/>
              </a:rPr>
              <a:t> Can just be felt (perception level).</a:t>
            </a:r>
          </a:p>
          <a:p>
            <a:pPr marL="305435" indent="-305435">
              <a:buFont typeface="Wingdings 2"/>
            </a:pPr>
            <a:r>
              <a:rPr lang="en-US" b="1">
                <a:ea typeface="+mn-lt"/>
                <a:cs typeface="+mn-lt"/>
              </a:rPr>
              <a:t>5 mA:</a:t>
            </a:r>
            <a:r>
              <a:rPr lang="en-US">
                <a:ea typeface="+mn-lt"/>
                <a:cs typeface="+mn-lt"/>
              </a:rPr>
              <a:t> Shock is painful.</a:t>
            </a:r>
          </a:p>
          <a:p>
            <a:pPr marL="305435" indent="-305435">
              <a:buFont typeface="Wingdings 2"/>
            </a:pPr>
            <a:r>
              <a:rPr lang="en-US" b="1">
                <a:ea typeface="+mn-lt"/>
                <a:cs typeface="+mn-lt"/>
              </a:rPr>
              <a:t>10-20 mA:</a:t>
            </a:r>
            <a:r>
              <a:rPr lang="en-US">
                <a:ea typeface="+mn-lt"/>
                <a:cs typeface="+mn-lt"/>
              </a:rPr>
              <a:t> Muscle contractions begin. Victim may not be able to let go ("let-go" threshold).</a:t>
            </a:r>
          </a:p>
          <a:p>
            <a:pPr marL="305435" indent="-305435">
              <a:buFont typeface="Wingdings 2"/>
            </a:pPr>
            <a:r>
              <a:rPr lang="en-US" b="1">
                <a:ea typeface="+mn-lt"/>
                <a:cs typeface="+mn-lt"/>
              </a:rPr>
              <a:t>50-100 mA:</a:t>
            </a:r>
            <a:r>
              <a:rPr lang="en-US" dirty="0">
                <a:ea typeface="+mn-lt"/>
                <a:cs typeface="+mn-lt"/>
              </a:rPr>
              <a:t> </a:t>
            </a:r>
            <a:r>
              <a:rPr lang="en-US" b="1">
                <a:ea typeface="+mn-lt"/>
                <a:cs typeface="+mn-lt"/>
              </a:rPr>
              <a:t>Ventricular Fibrillation</a:t>
            </a:r>
            <a:r>
              <a:rPr lang="en-US">
                <a:ea typeface="+mn-lt"/>
                <a:cs typeface="+mn-lt"/>
              </a:rPr>
              <a:t>. The heart's rhythm is disrupted. This is often fatal.</a:t>
            </a:r>
          </a:p>
          <a:p>
            <a:pPr marL="305435" indent="-305435">
              <a:buFont typeface="Wingdings 2"/>
            </a:pPr>
            <a:r>
              <a:rPr lang="en-US" b="1">
                <a:ea typeface="+mn-lt"/>
                <a:cs typeface="+mn-lt"/>
              </a:rPr>
              <a:t>&gt; 200 mA:</a:t>
            </a:r>
            <a:r>
              <a:rPr lang="en-US">
                <a:ea typeface="+mn-lt"/>
                <a:cs typeface="+mn-lt"/>
              </a:rPr>
              <a:t> Severe burns and cardiac arrest.</a:t>
            </a:r>
          </a:p>
          <a:p>
            <a:pPr marL="305435" indent="0">
              <a:buNone/>
            </a:pPr>
            <a:r>
              <a:rPr lang="en-US" b="1" dirty="0">
                <a:ea typeface="+mn-lt"/>
                <a:cs typeface="+mn-lt"/>
              </a:rPr>
              <a:t>It takes very little current to kill.</a:t>
            </a:r>
            <a:endParaRPr lang="en-US" dirty="0">
              <a:ea typeface="+mn-lt"/>
              <a:cs typeface="+mn-lt"/>
            </a:endParaRPr>
          </a:p>
        </p:txBody>
      </p:sp>
    </p:spTree>
    <p:extLst>
      <p:ext uri="{BB962C8B-B14F-4D97-AF65-F5344CB8AC3E}">
        <p14:creationId xmlns:p14="http://schemas.microsoft.com/office/powerpoint/2010/main" val="17241565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115C7-646E-C324-2FF8-72623EAC0207}"/>
              </a:ext>
            </a:extLst>
          </p:cNvPr>
          <p:cNvSpPr>
            <a:spLocks noGrp="1"/>
          </p:cNvSpPr>
          <p:nvPr>
            <p:ph type="title"/>
          </p:nvPr>
        </p:nvSpPr>
        <p:spPr/>
        <p:txBody>
          <a:bodyPr/>
          <a:lstStyle/>
          <a:p>
            <a:r>
              <a:rPr lang="en-US" dirty="0">
                <a:ea typeface="+mj-lt"/>
                <a:cs typeface="+mj-lt"/>
              </a:rPr>
              <a:t>Main Electrical Hazards</a:t>
            </a:r>
            <a:endParaRPr lang="en-US" dirty="0"/>
          </a:p>
        </p:txBody>
      </p:sp>
      <p:sp>
        <p:nvSpPr>
          <p:cNvPr id="3" name="Content Placeholder 2">
            <a:extLst>
              <a:ext uri="{FF2B5EF4-FFF2-40B4-BE49-F238E27FC236}">
                <a16:creationId xmlns:a16="http://schemas.microsoft.com/office/drawing/2014/main" id="{76015D76-D2CB-D0E0-393D-1309DC1B63F6}"/>
              </a:ext>
            </a:extLst>
          </p:cNvPr>
          <p:cNvSpPr>
            <a:spLocks noGrp="1"/>
          </p:cNvSpPr>
          <p:nvPr>
            <p:ph idx="1"/>
          </p:nvPr>
        </p:nvSpPr>
        <p:spPr/>
        <p:txBody>
          <a:bodyPr/>
          <a:lstStyle/>
          <a:p>
            <a:pPr marL="305435" indent="-305435">
              <a:buFont typeface="Wingdings 2"/>
              <a:buChar char=""/>
            </a:pPr>
            <a:r>
              <a:rPr lang="en-US" b="1">
                <a:ea typeface="+mn-lt"/>
                <a:cs typeface="+mn-lt"/>
              </a:rPr>
              <a:t>Electric Shock:</a:t>
            </a:r>
            <a:r>
              <a:rPr lang="en-US">
                <a:ea typeface="+mn-lt"/>
                <a:cs typeface="+mn-lt"/>
              </a:rPr>
              <a:t> Current passing through the body. The path the current takes is critical (e.g., hand-to-hand across the heart is most dangerous).</a:t>
            </a:r>
            <a:endParaRPr lang="en-US"/>
          </a:p>
          <a:p>
            <a:pPr marL="305435" indent="-305435">
              <a:buFont typeface="Wingdings 2"/>
              <a:buChar char=""/>
            </a:pPr>
            <a:r>
              <a:rPr lang="en-US" b="1">
                <a:ea typeface="+mn-lt"/>
                <a:cs typeface="+mn-lt"/>
              </a:rPr>
              <a:t>Burns:</a:t>
            </a:r>
            <a:r>
              <a:rPr lang="en-US">
                <a:ea typeface="+mn-lt"/>
                <a:cs typeface="+mn-lt"/>
              </a:rPr>
              <a:t> Caused by current flowing through and heating body tissue, or by contact with overheated electrical components.</a:t>
            </a:r>
            <a:endParaRPr lang="en-US"/>
          </a:p>
          <a:p>
            <a:pPr marL="305435" indent="-305435">
              <a:buFont typeface="Wingdings 2"/>
              <a:buChar char=""/>
            </a:pPr>
            <a:r>
              <a:rPr lang="en-US" b="1">
                <a:ea typeface="+mn-lt"/>
                <a:cs typeface="+mn-lt"/>
              </a:rPr>
              <a:t>Arc Flash / Arc Blast:</a:t>
            </a:r>
            <a:r>
              <a:rPr lang="en-US">
                <a:ea typeface="+mn-lt"/>
                <a:cs typeface="+mn-lt"/>
              </a:rPr>
              <a:t> An explosive release of energy from a high-amperage short circuit (e.g., dropping a metal tool in a live panel). Can cause fatal burns, pressure waves, and flying shrapnel.</a:t>
            </a:r>
            <a:endParaRPr lang="en-US"/>
          </a:p>
          <a:p>
            <a:pPr marL="305435" indent="-305435">
              <a:buFont typeface="Wingdings 2"/>
              <a:buChar char=""/>
            </a:pPr>
            <a:r>
              <a:rPr lang="en-US" b="1" dirty="0">
                <a:ea typeface="+mn-lt"/>
                <a:cs typeface="+mn-lt"/>
              </a:rPr>
              <a:t>Fire:</a:t>
            </a:r>
            <a:r>
              <a:rPr lang="en-US" dirty="0">
                <a:ea typeface="+mn-lt"/>
                <a:cs typeface="+mn-lt"/>
              </a:rPr>
              <a:t> Caused by overloaded circuits, faulty wiring, or short circuits igniting flammable materials.</a:t>
            </a:r>
            <a:endParaRPr lang="en-US" dirty="0"/>
          </a:p>
        </p:txBody>
      </p:sp>
    </p:spTree>
    <p:extLst>
      <p:ext uri="{BB962C8B-B14F-4D97-AF65-F5344CB8AC3E}">
        <p14:creationId xmlns:p14="http://schemas.microsoft.com/office/powerpoint/2010/main" val="24008081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B62A-0323-88B7-9B3C-1C015A141686}"/>
              </a:ext>
            </a:extLst>
          </p:cNvPr>
          <p:cNvSpPr>
            <a:spLocks noGrp="1"/>
          </p:cNvSpPr>
          <p:nvPr>
            <p:ph type="title"/>
          </p:nvPr>
        </p:nvSpPr>
        <p:spPr/>
        <p:txBody>
          <a:bodyPr/>
          <a:lstStyle/>
          <a:p>
            <a:r>
              <a:rPr lang="en-US" dirty="0">
                <a:ea typeface="+mj-lt"/>
                <a:cs typeface="+mj-lt"/>
              </a:rPr>
              <a:t>Basic Safety Rules</a:t>
            </a:r>
            <a:endParaRPr lang="en-US" dirty="0"/>
          </a:p>
        </p:txBody>
      </p:sp>
      <p:sp>
        <p:nvSpPr>
          <p:cNvPr id="3" name="Content Placeholder 2">
            <a:extLst>
              <a:ext uri="{FF2B5EF4-FFF2-40B4-BE49-F238E27FC236}">
                <a16:creationId xmlns:a16="http://schemas.microsoft.com/office/drawing/2014/main" id="{5110AC02-F584-8F8D-7783-18F5406E7FC6}"/>
              </a:ext>
            </a:extLst>
          </p:cNvPr>
          <p:cNvSpPr>
            <a:spLocks noGrp="1"/>
          </p:cNvSpPr>
          <p:nvPr>
            <p:ph idx="1"/>
          </p:nvPr>
        </p:nvSpPr>
        <p:spPr/>
        <p:txBody>
          <a:bodyPr/>
          <a:lstStyle/>
          <a:p>
            <a:pPr marL="305435" indent="-305435">
              <a:buFont typeface="Wingdings 2"/>
              <a:buChar char=""/>
            </a:pPr>
            <a:r>
              <a:rPr lang="en-US" b="1">
                <a:ea typeface="+mn-lt"/>
                <a:cs typeface="+mn-lt"/>
              </a:rPr>
              <a:t>ALWAYS</a:t>
            </a:r>
            <a:r>
              <a:rPr lang="en-US">
                <a:ea typeface="+mn-lt"/>
                <a:cs typeface="+mn-lt"/>
              </a:rPr>
              <a:t> assume a circuit is live until you have proven it is dead.</a:t>
            </a:r>
          </a:p>
          <a:p>
            <a:pPr marL="305435" indent="-305435">
              <a:buFont typeface="Wingdings 2"/>
              <a:buChar char=""/>
            </a:pPr>
            <a:r>
              <a:rPr lang="en-US">
                <a:ea typeface="+mn-lt"/>
                <a:cs typeface="+mn-lt"/>
              </a:rPr>
              <a:t>Use a known, working voltage tester to test for the absence of voltage.</a:t>
            </a:r>
          </a:p>
          <a:p>
            <a:pPr marL="305435" indent="-305435">
              <a:buFont typeface="Wingdings 2"/>
              <a:buChar char=""/>
            </a:pPr>
            <a:r>
              <a:rPr lang="en-US" b="1">
                <a:ea typeface="+mn-lt"/>
                <a:cs typeface="+mn-lt"/>
              </a:rPr>
              <a:t>Lockout/Tagout (LOTO):</a:t>
            </a:r>
            <a:r>
              <a:rPr lang="en-US">
                <a:ea typeface="+mn-lt"/>
                <a:cs typeface="+mn-lt"/>
              </a:rPr>
              <a:t> De-energize and lock the power source before working on equipment. This is a life-saving procedure.</a:t>
            </a:r>
          </a:p>
          <a:p>
            <a:pPr marL="305435" indent="-305435">
              <a:buFont typeface="Wingdings 2"/>
              <a:buChar char=""/>
            </a:pPr>
            <a:r>
              <a:rPr lang="en-US">
                <a:ea typeface="+mn-lt"/>
                <a:cs typeface="+mn-lt"/>
              </a:rPr>
              <a:t>Use insulated tools and wear appropriate Personal Protective Equipment (PPE).</a:t>
            </a:r>
          </a:p>
          <a:p>
            <a:pPr marL="305435" indent="-305435">
              <a:buFont typeface="Wingdings 2"/>
              <a:buChar char=""/>
            </a:pPr>
            <a:r>
              <a:rPr lang="en-US">
                <a:ea typeface="+mn-lt"/>
                <a:cs typeface="+mn-lt"/>
              </a:rPr>
              <a:t>Never work on live equipment unless absolutely necessary and properly trained.</a:t>
            </a:r>
          </a:p>
          <a:p>
            <a:pPr marL="305435" indent="-305435">
              <a:buFont typeface="Wingdings 2"/>
              <a:buChar char=""/>
            </a:pPr>
            <a:r>
              <a:rPr lang="en-US" dirty="0">
                <a:ea typeface="+mn-lt"/>
                <a:cs typeface="+mn-lt"/>
              </a:rPr>
              <a:t>Keep your work area clean and dry.</a:t>
            </a:r>
          </a:p>
        </p:txBody>
      </p:sp>
    </p:spTree>
    <p:extLst>
      <p:ext uri="{BB962C8B-B14F-4D97-AF65-F5344CB8AC3E}">
        <p14:creationId xmlns:p14="http://schemas.microsoft.com/office/powerpoint/2010/main" val="23797426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F4714-3345-36EE-D570-3548A2100956}"/>
              </a:ext>
            </a:extLst>
          </p:cNvPr>
          <p:cNvSpPr>
            <a:spLocks noGrp="1"/>
          </p:cNvSpPr>
          <p:nvPr>
            <p:ph type="title"/>
          </p:nvPr>
        </p:nvSpPr>
        <p:spPr/>
        <p:txBody>
          <a:bodyPr/>
          <a:lstStyle/>
          <a:p>
            <a:r>
              <a:rPr lang="en-US" dirty="0">
                <a:ea typeface="+mj-lt"/>
                <a:cs typeface="+mj-lt"/>
              </a:rPr>
              <a:t>Key Takeaways:</a:t>
            </a:r>
            <a:endParaRPr lang="en-US" dirty="0"/>
          </a:p>
        </p:txBody>
      </p:sp>
      <p:sp>
        <p:nvSpPr>
          <p:cNvPr id="3" name="Content Placeholder 2">
            <a:extLst>
              <a:ext uri="{FF2B5EF4-FFF2-40B4-BE49-F238E27FC236}">
                <a16:creationId xmlns:a16="http://schemas.microsoft.com/office/drawing/2014/main" id="{7D249AFD-2A05-C39D-6EF3-A0F7ED7141DE}"/>
              </a:ext>
            </a:extLst>
          </p:cNvPr>
          <p:cNvSpPr>
            <a:spLocks noGrp="1"/>
          </p:cNvSpPr>
          <p:nvPr>
            <p:ph idx="1"/>
          </p:nvPr>
        </p:nvSpPr>
        <p:spPr/>
        <p:txBody>
          <a:bodyPr/>
          <a:lstStyle/>
          <a:p>
            <a:pPr marL="305435" indent="-305435">
              <a:buFont typeface="Wingdings 2"/>
            </a:pPr>
            <a:r>
              <a:rPr lang="en-US" dirty="0">
                <a:ea typeface="+mn-lt"/>
                <a:cs typeface="+mn-lt"/>
              </a:rPr>
              <a:t>Respect all voltages.</a:t>
            </a:r>
          </a:p>
          <a:p>
            <a:pPr marL="305435" indent="-305435">
              <a:buFont typeface="Wingdings 2"/>
            </a:pPr>
            <a:r>
              <a:rPr lang="en-US" dirty="0">
                <a:ea typeface="+mn-lt"/>
                <a:cs typeface="+mn-lt"/>
              </a:rPr>
              <a:t>A tiny amount of current can be fatal.</a:t>
            </a:r>
          </a:p>
          <a:p>
            <a:pPr marL="305435" indent="-305435">
              <a:buFont typeface="Wingdings 2"/>
            </a:pPr>
            <a:r>
              <a:rPr lang="en-US" dirty="0">
                <a:ea typeface="+mn-lt"/>
                <a:cs typeface="+mn-lt"/>
              </a:rPr>
              <a:t>Test Before You Touch.</a:t>
            </a:r>
          </a:p>
          <a:p>
            <a:pPr marL="305435" indent="-305435">
              <a:buFont typeface="Wingdings 2"/>
            </a:pPr>
            <a:r>
              <a:rPr lang="en-US" dirty="0">
                <a:ea typeface="+mn-lt"/>
                <a:cs typeface="+mn-lt"/>
              </a:rPr>
              <a:t>Lockout/Tagout saves lives.</a:t>
            </a:r>
          </a:p>
        </p:txBody>
      </p:sp>
    </p:spTree>
    <p:extLst>
      <p:ext uri="{BB962C8B-B14F-4D97-AF65-F5344CB8AC3E}">
        <p14:creationId xmlns:p14="http://schemas.microsoft.com/office/powerpoint/2010/main" val="12321954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596E5-7B44-F2CB-DCB5-73C0C0F89D89}"/>
              </a:ext>
            </a:extLst>
          </p:cNvPr>
          <p:cNvSpPr>
            <a:spLocks noGrp="1"/>
          </p:cNvSpPr>
          <p:nvPr>
            <p:ph type="title"/>
          </p:nvPr>
        </p:nvSpPr>
        <p:spPr/>
        <p:txBody>
          <a:bodyPr/>
          <a:lstStyle/>
          <a:p>
            <a:r>
              <a:rPr lang="en-US" dirty="0"/>
              <a:t>Module 4: Practical Application, Safety &amp; Assessment</a:t>
            </a:r>
          </a:p>
        </p:txBody>
      </p:sp>
      <p:sp>
        <p:nvSpPr>
          <p:cNvPr id="3" name="Content Placeholder 2">
            <a:extLst>
              <a:ext uri="{FF2B5EF4-FFF2-40B4-BE49-F238E27FC236}">
                <a16:creationId xmlns:a16="http://schemas.microsoft.com/office/drawing/2014/main" id="{BB3B9B31-22E1-35B2-3DEB-0E0B05F36142}"/>
              </a:ext>
            </a:extLst>
          </p:cNvPr>
          <p:cNvSpPr>
            <a:spLocks noGrp="1"/>
          </p:cNvSpPr>
          <p:nvPr>
            <p:ph type="body" idx="1"/>
          </p:nvPr>
        </p:nvSpPr>
        <p:spPr/>
        <p:txBody>
          <a:bodyPr/>
          <a:lstStyle/>
          <a:p>
            <a:r>
              <a:rPr lang="en-US" dirty="0">
                <a:ea typeface="+mn-lt"/>
                <a:cs typeface="+mn-lt"/>
              </a:rPr>
              <a:t>Session 4.3: Final Review &amp; Assessment</a:t>
            </a:r>
            <a:endParaRPr lang="en-US" dirty="0"/>
          </a:p>
        </p:txBody>
      </p:sp>
    </p:spTree>
    <p:extLst>
      <p:ext uri="{BB962C8B-B14F-4D97-AF65-F5344CB8AC3E}">
        <p14:creationId xmlns:p14="http://schemas.microsoft.com/office/powerpoint/2010/main" val="8775041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DA0FA-EB62-972D-204A-0F9E42082890}"/>
              </a:ext>
            </a:extLst>
          </p:cNvPr>
          <p:cNvSpPr>
            <a:spLocks noGrp="1"/>
          </p:cNvSpPr>
          <p:nvPr>
            <p:ph type="title"/>
          </p:nvPr>
        </p:nvSpPr>
        <p:spPr/>
        <p:txBody>
          <a:bodyPr/>
          <a:lstStyle/>
          <a:p>
            <a:r>
              <a:rPr lang="en-US" dirty="0"/>
              <a:t>Comprehensive Review</a:t>
            </a:r>
          </a:p>
        </p:txBody>
      </p:sp>
      <p:sp>
        <p:nvSpPr>
          <p:cNvPr id="3" name="Text Placeholder 2">
            <a:extLst>
              <a:ext uri="{FF2B5EF4-FFF2-40B4-BE49-F238E27FC236}">
                <a16:creationId xmlns:a16="http://schemas.microsoft.com/office/drawing/2014/main" id="{F7F44720-8B8A-6769-9F55-5F29E6B3469E}"/>
              </a:ext>
            </a:extLst>
          </p:cNvPr>
          <p:cNvSpPr>
            <a:spLocks noGrp="1"/>
          </p:cNvSpPr>
          <p:nvPr>
            <p:ph idx="1"/>
          </p:nvPr>
        </p:nvSpPr>
        <p:spPr/>
        <p:txBody>
          <a:bodyPr/>
          <a:lstStyle/>
          <a:p>
            <a:pPr marL="305435" indent="-305435">
              <a:buNone/>
            </a:pPr>
            <a:r>
              <a:rPr lang="en-US">
                <a:ea typeface="+mn-lt"/>
                <a:cs typeface="+mn-lt"/>
              </a:rPr>
              <a:t>Let's recap the entire course:</a:t>
            </a:r>
            <a:endParaRPr lang="en-US"/>
          </a:p>
          <a:p>
            <a:pPr marL="305435" indent="-305435">
              <a:buFont typeface="Wingdings 2"/>
              <a:buChar char=""/>
            </a:pPr>
            <a:r>
              <a:rPr lang="en-US" b="1">
                <a:ea typeface="+mn-lt"/>
                <a:cs typeface="+mn-lt"/>
              </a:rPr>
              <a:t>Module 1:</a:t>
            </a:r>
            <a:r>
              <a:rPr lang="en-US">
                <a:ea typeface="+mn-lt"/>
                <a:cs typeface="+mn-lt"/>
              </a:rPr>
              <a:t> We learned about the </a:t>
            </a:r>
            <a:r>
              <a:rPr lang="en-US" b="1">
                <a:ea typeface="+mn-lt"/>
                <a:cs typeface="+mn-lt"/>
              </a:rPr>
              <a:t>atom</a:t>
            </a:r>
            <a:r>
              <a:rPr lang="en-US">
                <a:ea typeface="+mn-lt"/>
                <a:cs typeface="+mn-lt"/>
              </a:rPr>
              <a:t>, valence electrons, and how they determine if a material is a </a:t>
            </a:r>
            <a:r>
              <a:rPr lang="en-US" b="1">
                <a:ea typeface="+mn-lt"/>
                <a:cs typeface="+mn-lt"/>
              </a:rPr>
              <a:t>conductor</a:t>
            </a:r>
            <a:r>
              <a:rPr lang="en-US" dirty="0">
                <a:ea typeface="+mn-lt"/>
                <a:cs typeface="+mn-lt"/>
              </a:rPr>
              <a:t> </a:t>
            </a:r>
            <a:r>
              <a:rPr lang="en-US">
                <a:ea typeface="+mn-lt"/>
                <a:cs typeface="+mn-lt"/>
              </a:rPr>
              <a:t>or </a:t>
            </a:r>
            <a:r>
              <a:rPr lang="en-US" b="1">
                <a:ea typeface="+mn-lt"/>
                <a:cs typeface="+mn-lt"/>
              </a:rPr>
              <a:t>insulator</a:t>
            </a:r>
            <a:r>
              <a:rPr lang="en-US">
                <a:ea typeface="+mn-lt"/>
                <a:cs typeface="+mn-lt"/>
              </a:rPr>
              <a:t>.</a:t>
            </a:r>
            <a:endParaRPr lang="en-US"/>
          </a:p>
          <a:p>
            <a:pPr marL="305435" indent="-305435">
              <a:buFont typeface="Wingdings 2"/>
              <a:buChar char=""/>
            </a:pPr>
            <a:r>
              <a:rPr lang="en-US" b="1">
                <a:ea typeface="+mn-lt"/>
                <a:cs typeface="+mn-lt"/>
              </a:rPr>
              <a:t>Module 2:</a:t>
            </a:r>
            <a:r>
              <a:rPr lang="en-US">
                <a:ea typeface="+mn-lt"/>
                <a:cs typeface="+mn-lt"/>
              </a:rPr>
              <a:t> We defined </a:t>
            </a:r>
            <a:r>
              <a:rPr lang="en-US" b="1">
                <a:ea typeface="+mn-lt"/>
                <a:cs typeface="+mn-lt"/>
              </a:rPr>
              <a:t>Voltage (V)</a:t>
            </a:r>
            <a:r>
              <a:rPr lang="en-US">
                <a:ea typeface="+mn-lt"/>
                <a:cs typeface="+mn-lt"/>
              </a:rPr>
              <a:t>, </a:t>
            </a:r>
            <a:r>
              <a:rPr lang="en-US" b="1">
                <a:ea typeface="+mn-lt"/>
                <a:cs typeface="+mn-lt"/>
              </a:rPr>
              <a:t>Current (I)</a:t>
            </a:r>
            <a:r>
              <a:rPr lang="en-US">
                <a:ea typeface="+mn-lt"/>
                <a:cs typeface="+mn-lt"/>
              </a:rPr>
              <a:t>, and </a:t>
            </a:r>
            <a:r>
              <a:rPr lang="en-US" b="1">
                <a:ea typeface="+mn-lt"/>
                <a:cs typeface="+mn-lt"/>
              </a:rPr>
              <a:t>Resistance (R)</a:t>
            </a:r>
            <a:r>
              <a:rPr lang="en-US">
                <a:ea typeface="+mn-lt"/>
                <a:cs typeface="+mn-lt"/>
              </a:rPr>
              <a:t>, and learned the difference between </a:t>
            </a:r>
            <a:r>
              <a:rPr lang="en-US" b="1">
                <a:ea typeface="+mn-lt"/>
                <a:cs typeface="+mn-lt"/>
              </a:rPr>
              <a:t>Conventional and Electron Flow</a:t>
            </a:r>
            <a:r>
              <a:rPr lang="en-US">
                <a:ea typeface="+mn-lt"/>
                <a:cs typeface="+mn-lt"/>
              </a:rPr>
              <a:t>.</a:t>
            </a:r>
            <a:endParaRPr lang="en-US"/>
          </a:p>
          <a:p>
            <a:pPr marL="305435" indent="-305435">
              <a:buFont typeface="Wingdings 2"/>
              <a:buChar char=""/>
            </a:pPr>
            <a:r>
              <a:rPr lang="en-US" b="1">
                <a:ea typeface="+mn-lt"/>
                <a:cs typeface="+mn-lt"/>
              </a:rPr>
              <a:t>Module 3:</a:t>
            </a:r>
            <a:r>
              <a:rPr lang="en-US">
                <a:ea typeface="+mn-lt"/>
                <a:cs typeface="+mn-lt"/>
              </a:rPr>
              <a:t> We defined the parts of a circuit, learned </a:t>
            </a:r>
            <a:r>
              <a:rPr lang="en-US" b="1">
                <a:ea typeface="+mn-lt"/>
                <a:cs typeface="+mn-lt"/>
              </a:rPr>
              <a:t>graphical symbols</a:t>
            </a:r>
            <a:r>
              <a:rPr lang="en-US">
                <a:ea typeface="+mn-lt"/>
                <a:cs typeface="+mn-lt"/>
              </a:rPr>
              <a:t>, and mastered the </a:t>
            </a:r>
            <a:r>
              <a:rPr lang="en-US" b="1">
                <a:ea typeface="+mn-lt"/>
                <a:cs typeface="+mn-lt"/>
              </a:rPr>
              <a:t>Ohm's Law formula (V=IR)</a:t>
            </a:r>
            <a:r>
              <a:rPr lang="en-US">
                <a:ea typeface="+mn-lt"/>
                <a:cs typeface="+mn-lt"/>
              </a:rPr>
              <a:t>, including calculations with prefixes.</a:t>
            </a:r>
            <a:endParaRPr lang="en-US"/>
          </a:p>
          <a:p>
            <a:pPr marL="305435" indent="-305435">
              <a:buFont typeface="Wingdings 2"/>
              <a:buChar char=""/>
            </a:pPr>
            <a:r>
              <a:rPr lang="en-US" b="1" dirty="0">
                <a:ea typeface="+mn-lt"/>
                <a:cs typeface="+mn-lt"/>
              </a:rPr>
              <a:t>Module 4:</a:t>
            </a:r>
            <a:r>
              <a:rPr lang="en-US" dirty="0">
                <a:ea typeface="+mn-lt"/>
                <a:cs typeface="+mn-lt"/>
              </a:rPr>
              <a:t> We verified Ohm's Law in the </a:t>
            </a:r>
            <a:r>
              <a:rPr lang="en-US" b="1" dirty="0">
                <a:ea typeface="+mn-lt"/>
                <a:cs typeface="+mn-lt"/>
              </a:rPr>
              <a:t>lab</a:t>
            </a:r>
            <a:r>
              <a:rPr lang="en-US" dirty="0">
                <a:ea typeface="+mn-lt"/>
                <a:cs typeface="+mn-lt"/>
              </a:rPr>
              <a:t> and covered the critical principles of </a:t>
            </a:r>
            <a:r>
              <a:rPr lang="en-US" b="1" dirty="0">
                <a:ea typeface="+mn-lt"/>
                <a:cs typeface="+mn-lt"/>
              </a:rPr>
              <a:t>electrical safety</a:t>
            </a:r>
            <a:r>
              <a:rPr lang="en-US" dirty="0">
                <a:ea typeface="+mn-lt"/>
                <a:cs typeface="+mn-lt"/>
              </a:rPr>
              <a:t>.</a:t>
            </a:r>
            <a:endParaRPr lang="en-US" dirty="0"/>
          </a:p>
        </p:txBody>
      </p:sp>
    </p:spTree>
    <p:extLst>
      <p:ext uri="{BB962C8B-B14F-4D97-AF65-F5344CB8AC3E}">
        <p14:creationId xmlns:p14="http://schemas.microsoft.com/office/powerpoint/2010/main" val="35691023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CAC6C-8BA5-ED15-DE8D-0279E8B79BDB}"/>
              </a:ext>
            </a:extLst>
          </p:cNvPr>
          <p:cNvSpPr>
            <a:spLocks noGrp="1"/>
          </p:cNvSpPr>
          <p:nvPr>
            <p:ph type="title"/>
          </p:nvPr>
        </p:nvSpPr>
        <p:spPr/>
        <p:txBody>
          <a:bodyPr/>
          <a:lstStyle/>
          <a:p>
            <a:r>
              <a:rPr lang="en-US" dirty="0">
                <a:ea typeface="+mj-lt"/>
                <a:cs typeface="+mj-lt"/>
              </a:rPr>
              <a:t>Summative Assessment</a:t>
            </a:r>
            <a:endParaRPr lang="en-US" dirty="0"/>
          </a:p>
        </p:txBody>
      </p:sp>
      <p:sp>
        <p:nvSpPr>
          <p:cNvPr id="3" name="Content Placeholder 2">
            <a:extLst>
              <a:ext uri="{FF2B5EF4-FFF2-40B4-BE49-F238E27FC236}">
                <a16:creationId xmlns:a16="http://schemas.microsoft.com/office/drawing/2014/main" id="{0CBEB4A2-C483-3034-19F5-F9E5D950B590}"/>
              </a:ext>
            </a:extLst>
          </p:cNvPr>
          <p:cNvSpPr>
            <a:spLocks noGrp="1"/>
          </p:cNvSpPr>
          <p:nvPr>
            <p:ph idx="1"/>
          </p:nvPr>
        </p:nvSpPr>
        <p:spPr/>
        <p:txBody>
          <a:bodyPr/>
          <a:lstStyle/>
          <a:p>
            <a:pPr marL="305435" indent="-305435">
              <a:buNone/>
            </a:pPr>
            <a:r>
              <a:rPr lang="en-US">
                <a:ea typeface="+mn-lt"/>
                <a:cs typeface="+mn-lt"/>
              </a:rPr>
              <a:t>Now it's time to put your knowledge to the test.</a:t>
            </a:r>
            <a:endParaRPr lang="en-US"/>
          </a:p>
          <a:p>
            <a:pPr marL="305435" indent="-305435">
              <a:buFont typeface="Wingdings 2"/>
            </a:pPr>
            <a:r>
              <a:rPr lang="en-US">
                <a:ea typeface="+mn-lt"/>
                <a:cs typeface="+mn-lt"/>
              </a:rPr>
              <a:t>You will now be given the assessment sheets.</a:t>
            </a:r>
          </a:p>
          <a:p>
            <a:pPr marL="305435" indent="-305435">
              <a:buFont typeface="Wingdings 2"/>
            </a:pPr>
            <a:r>
              <a:rPr lang="en-US">
                <a:ea typeface="+mn-lt"/>
                <a:cs typeface="+mn-lt"/>
              </a:rPr>
              <a:t>Please read each question carefully.</a:t>
            </a:r>
          </a:p>
          <a:p>
            <a:pPr marL="305435" indent="-305435">
              <a:buFont typeface="Wingdings 2"/>
            </a:pPr>
            <a:r>
              <a:rPr lang="en-US">
                <a:ea typeface="+mn-lt"/>
                <a:cs typeface="+mn-lt"/>
              </a:rPr>
              <a:t>Show your calculations where required.</a:t>
            </a:r>
          </a:p>
          <a:p>
            <a:pPr marL="305435" indent="-305435">
              <a:buFont typeface="Wingdings 2"/>
            </a:pPr>
            <a:r>
              <a:rPr lang="en-US" dirty="0">
                <a:ea typeface="+mn-lt"/>
                <a:cs typeface="+mn-lt"/>
              </a:rPr>
              <a:t>This assessment covers all the key learning outcomes of the course.</a:t>
            </a:r>
          </a:p>
        </p:txBody>
      </p:sp>
    </p:spTree>
    <p:extLst>
      <p:ext uri="{BB962C8B-B14F-4D97-AF65-F5344CB8AC3E}">
        <p14:creationId xmlns:p14="http://schemas.microsoft.com/office/powerpoint/2010/main" val="76936654"/>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26303C-A89C-422C-9097-BDF7002EFC5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E679C34-122C-4127-90D9-C271AEE94CE4}">
  <ds:schemaRefs>
    <ds:schemaRef ds:uri="http://schemas.microsoft.com/sharepoint/v3/contenttype/forms"/>
  </ds:schemaRefs>
</ds:datastoreItem>
</file>

<file path=customXml/itemProps3.xml><?xml version="1.0" encoding="utf-8"?>
<ds:datastoreItem xmlns:ds="http://schemas.openxmlformats.org/officeDocument/2006/customXml" ds:itemID="{50437772-7826-4CEE-8E78-517B414A42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DividendVTI</Template>
  <TotalTime>0</TotalTime>
  <Words>420</Words>
  <Application>Microsoft Office PowerPoint</Application>
  <PresentationFormat>Widescreen</PresentationFormat>
  <Paragraphs>123</Paragraphs>
  <Slides>77</Slides>
  <Notes>2</Notes>
  <HiddenSlides>0</HiddenSlides>
  <MMClips>0</MMClips>
  <ScaleCrop>false</ScaleCrop>
  <HeadingPairs>
    <vt:vector size="4" baseType="variant">
      <vt:variant>
        <vt:lpstr>Theme</vt:lpstr>
      </vt:variant>
      <vt:variant>
        <vt:i4>1</vt:i4>
      </vt:variant>
      <vt:variant>
        <vt:lpstr>Slide Titles</vt:lpstr>
      </vt:variant>
      <vt:variant>
        <vt:i4>77</vt:i4>
      </vt:variant>
    </vt:vector>
  </HeadingPairs>
  <TitlesOfParts>
    <vt:vector size="78" baseType="lpstr">
      <vt:lpstr>DividendVTI</vt:lpstr>
      <vt:lpstr>Introduction to Electricity &amp; Ohm's Law</vt:lpstr>
      <vt:lpstr>Module 1: Foundational Concepts</vt:lpstr>
      <vt:lpstr>Why Are We Here?</vt:lpstr>
      <vt:lpstr>The Building Block of Everything: The Atom</vt:lpstr>
      <vt:lpstr>Inside the Atom</vt:lpstr>
      <vt:lpstr>The Most Important Part: Electron Shells</vt:lpstr>
      <vt:lpstr>The Valence Shell - The Key to Electricity</vt:lpstr>
      <vt:lpstr>Activity Time</vt:lpstr>
      <vt:lpstr>Activity: Draw a Conductor (Copper)</vt:lpstr>
      <vt:lpstr>Activity: Draw a Conductor (Copper)</vt:lpstr>
      <vt:lpstr>Activity: Draw an Insulator (Neon)</vt:lpstr>
      <vt:lpstr>Activity: Draw an Insulator (Neon)</vt:lpstr>
      <vt:lpstr>Activity Debrief</vt:lpstr>
      <vt:lpstr>Module 1: Foundational Concepts</vt:lpstr>
      <vt:lpstr>What is Electric Charge?</vt:lpstr>
      <vt:lpstr>The Law of Charges: Coulomb's Law</vt:lpstr>
      <vt:lpstr>Materials &amp; Electron Flow</vt:lpstr>
      <vt:lpstr>Conductors</vt:lpstr>
      <vt:lpstr>Insulators</vt:lpstr>
      <vt:lpstr>Semiconductors</vt:lpstr>
      <vt:lpstr>Summary Table</vt:lpstr>
      <vt:lpstr>Module 1 Recap</vt:lpstr>
      <vt:lpstr>Module 2: Electrical Quantities</vt:lpstr>
      <vt:lpstr>The "Big Three" of Electricity</vt:lpstr>
      <vt:lpstr>Electromotive Force (EMF) / Voltage</vt:lpstr>
      <vt:lpstr>Water Analogy: Voltage is Pressure</vt:lpstr>
      <vt:lpstr>Where Does Voltage Come From? Sources of EMF</vt:lpstr>
      <vt:lpstr>Sources of EMF (Continued)</vt:lpstr>
      <vt:lpstr>Electric Current</vt:lpstr>
      <vt:lpstr>Water Analogy: Current is Flow Rate</vt:lpstr>
      <vt:lpstr>The Relationship Between Current and Charge</vt:lpstr>
      <vt:lpstr>Calculation Practice</vt:lpstr>
      <vt:lpstr>Module 2: Electrical Quantities</vt:lpstr>
      <vt:lpstr>Conventional vs. Electron Flow</vt:lpstr>
      <vt:lpstr>Electron Flow Theory (The Physical Reality)</vt:lpstr>
      <vt:lpstr>Conventional Current Theory (The Industry Standard)</vt:lpstr>
      <vt:lpstr>Seeing Both Flows</vt:lpstr>
      <vt:lpstr>Resistance</vt:lpstr>
      <vt:lpstr>Water Analogy: Resistance is Obstruction</vt:lpstr>
      <vt:lpstr>Four Factors Affecting Resistance</vt:lpstr>
      <vt:lpstr>Factor 1: Length</vt:lpstr>
      <vt:lpstr>Factor 2: Cross-Sectional Area (C.S.A)</vt:lpstr>
      <vt:lpstr>Factor 3: Material Type (Resistivity)</vt:lpstr>
      <vt:lpstr>Factor 4: Temperature</vt:lpstr>
      <vt:lpstr>Module 2 Recap</vt:lpstr>
      <vt:lpstr>Module 3: Ohm's Law &amp; Circuit Analysis</vt:lpstr>
      <vt:lpstr>The Electric Circuit </vt:lpstr>
      <vt:lpstr>A Simple Circuit Diagram</vt:lpstr>
      <vt:lpstr>Open Circuits</vt:lpstr>
      <vt:lpstr>Short Circuits</vt:lpstr>
      <vt:lpstr>Graphical Symbols</vt:lpstr>
      <vt:lpstr>Common Component Symbols</vt:lpstr>
      <vt:lpstr>Meter Symbols &amp; Connection</vt:lpstr>
      <vt:lpstr>How ELECTRICITY works - working principle https://www.youtube.com/@EngineeringMindset</vt:lpstr>
      <vt:lpstr>Module 3: Ohm's Law &amp; Circuit Analysis</vt:lpstr>
      <vt:lpstr>Ohm's Law</vt:lpstr>
      <vt:lpstr>The Ohm's Law Formula</vt:lpstr>
      <vt:lpstr>Calculation Practice</vt:lpstr>
      <vt:lpstr>Working with Large &amp; Small Numbers</vt:lpstr>
      <vt:lpstr>Calculation with Prefixes</vt:lpstr>
      <vt:lpstr>Ohms Law Explained - The basics circuit theory https://www.youtube.com/@EngineeringMindset</vt:lpstr>
      <vt:lpstr>Worksheet Activity</vt:lpstr>
      <vt:lpstr>Module 3 Recap</vt:lpstr>
      <vt:lpstr>Module 4: Practical Application, Safety &amp; Assessment</vt:lpstr>
      <vt:lpstr>Lab Prep &amp; Multimeter Use</vt:lpstr>
      <vt:lpstr>Connecting Your Meters</vt:lpstr>
      <vt:lpstr>Practical Lab: Verifying Ohm's Law</vt:lpstr>
      <vt:lpstr>Effects of Current </vt:lpstr>
      <vt:lpstr>Module 4: Practical Application, Safety &amp; Assessment</vt:lpstr>
      <vt:lpstr>Electrical Safety: Your #1 Priority</vt:lpstr>
      <vt:lpstr>The Human Body &amp; Electricity</vt:lpstr>
      <vt:lpstr>Main Electrical Hazards</vt:lpstr>
      <vt:lpstr>Basic Safety Rules</vt:lpstr>
      <vt:lpstr>Key Takeaways:</vt:lpstr>
      <vt:lpstr>Module 4: Practical Application, Safety &amp; Assessment</vt:lpstr>
      <vt:lpstr>Comprehensive Review</vt:lpstr>
      <vt:lpstr>Summative Assessment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397</cp:revision>
  <dcterms:created xsi:type="dcterms:W3CDTF">2025-07-21T10:29:21Z</dcterms:created>
  <dcterms:modified xsi:type="dcterms:W3CDTF">2025-07-22T07:44:26Z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